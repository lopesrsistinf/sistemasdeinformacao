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</p:sldIdLst>
  <p:sldSz cy="5143500" cx="9144000"/>
  <p:notesSz cx="6858000" cy="9144000"/>
  <p:embeddedFontLst>
    <p:embeddedFont>
      <p:font typeface="Nunito"/>
      <p:regular r:id="rId36"/>
      <p:bold r:id="rId37"/>
      <p:italic r:id="rId38"/>
      <p:boldItalic r:id="rId39"/>
    </p:embeddedFont>
    <p:embeddedFont>
      <p:font typeface="Maven Pro"/>
      <p:regular r:id="rId40"/>
      <p:bold r:id="rId4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3061">
          <p15:clr>
            <a:srgbClr val="747775"/>
          </p15:clr>
        </p15:guide>
        <p15:guide id="2" orient="horz" pos="170">
          <p15:clr>
            <a:srgbClr val="747775"/>
          </p15:clr>
        </p15:guide>
        <p15:guide id="3" pos="170">
          <p15:clr>
            <a:srgbClr val="747775"/>
          </p15:clr>
        </p15:guide>
        <p15:guide id="4" pos="559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3061" orient="horz"/>
        <p:guide pos="170" orient="horz"/>
        <p:guide pos="170"/>
        <p:guide pos="559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MavenPro-regular.fntdata"/><Relationship Id="rId20" Type="http://schemas.openxmlformats.org/officeDocument/2006/relationships/slide" Target="slides/slide15.xml"/><Relationship Id="rId41" Type="http://schemas.openxmlformats.org/officeDocument/2006/relationships/font" Target="fonts/MavenPro-bold.fntdata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font" Target="fonts/Nunito-bold.fntdata"/><Relationship Id="rId14" Type="http://schemas.openxmlformats.org/officeDocument/2006/relationships/slide" Target="slides/slide9.xml"/><Relationship Id="rId36" Type="http://schemas.openxmlformats.org/officeDocument/2006/relationships/font" Target="fonts/Nunito-regular.fntdata"/><Relationship Id="rId17" Type="http://schemas.openxmlformats.org/officeDocument/2006/relationships/slide" Target="slides/slide12.xml"/><Relationship Id="rId39" Type="http://schemas.openxmlformats.org/officeDocument/2006/relationships/font" Target="fonts/Nunito-boldItalic.fntdata"/><Relationship Id="rId16" Type="http://schemas.openxmlformats.org/officeDocument/2006/relationships/slide" Target="slides/slide11.xml"/><Relationship Id="rId38" Type="http://schemas.openxmlformats.org/officeDocument/2006/relationships/font" Target="fonts/Nunito-italic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7" name="Google Shape;277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38c8b639e94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3" name="Google Shape;283;g38c8b639e94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g38c8b639e94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0" name="Google Shape;290;g38c8b639e94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g39b04ad138a_0_1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7" name="Google Shape;297;g39b04ad138a_0_1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g39b04ad138a_0_1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5" name="Google Shape;305;g39b04ad138a_0_1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g39b04ad138a_0_1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3" name="Google Shape;313;g39b04ad138a_0_1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g38c8b639e94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1" name="Google Shape;321;g38c8b639e94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g38c8b639e94_0_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9" name="Google Shape;329;g38c8b639e94_0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g39b04ad138a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5" name="Google Shape;335;g39b04ad138a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g39b04ad138a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2" name="Google Shape;342;g39b04ad138a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g39b04ad138a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9" name="Google Shape;349;g39b04ad138a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g39b04ad138a_0_1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6" name="Google Shape;356;g39b04ad138a_0_1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g38c8b639e94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3" name="Google Shape;363;g38c8b639e94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g39b04ad138a_0_11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1" name="Google Shape;371;g39b04ad138a_0_11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g39b04ad138a_0_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9" name="Google Shape;379;g39b04ad138a_0_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g39b04ad138a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6" name="Google Shape;386;g39b04ad138a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g39b04ad138a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3" name="Google Shape;393;g39b04ad138a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g39b04ad138a_0_11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0" name="Google Shape;400;g39b04ad138a_0_11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g39b04ad138a_0_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6" name="Google Shape;406;g39b04ad138a_0_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g39b04ad138a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3" name="Google Shape;413;g39b04ad138a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g39b04ad138a_0_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1" name="Google Shape;421;g39b04ad138a_0_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g38c8b639e94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8" name="Google Shape;428;g38c8b639e94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g39b04ad138a_0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5" name="Google Shape;435;g39b04ad138a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g39b04ad138a_0_1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2" name="Google Shape;442;g39b04ad138a_0_1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g38c8b639e94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9" name="Google Shape;449;g38c8b639e94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g38c8b639e94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6" name="Google Shape;456;g38c8b639e94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g39b04ad138a_0_11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3" name="Google Shape;463;g39b04ad138a_0_11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g39b04ad138a_0_11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9" name="Google Shape;469;g39b04ad138a_0_11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3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g39f7fbdd780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5" name="Google Shape;475;g39f7fbdd780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0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g38c8b639e94_0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2" name="Google Shape;482;g38c8b639e94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accent3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oogle Shape;12;p2"/>
          <p:cNvGrpSpPr/>
          <p:nvPr/>
        </p:nvGrpSpPr>
        <p:grpSpPr>
          <a:xfrm>
            <a:off x="7343003" y="3409675"/>
            <a:ext cx="1691422" cy="1732548"/>
            <a:chOff x="7343003" y="3409675"/>
            <a:chExt cx="1691422" cy="1732548"/>
          </a:xfrm>
        </p:grpSpPr>
        <p:grpSp>
          <p:nvGrpSpPr>
            <p:cNvPr id="13" name="Google Shape;13;p2"/>
            <p:cNvGrpSpPr/>
            <p:nvPr/>
          </p:nvGrpSpPr>
          <p:grpSpPr>
            <a:xfrm>
              <a:off x="7343003" y="4453711"/>
              <a:ext cx="316800" cy="688513"/>
              <a:chOff x="7343003" y="4453711"/>
              <a:chExt cx="316800" cy="688513"/>
            </a:xfrm>
          </p:grpSpPr>
          <p:sp>
            <p:nvSpPr>
              <p:cNvPr id="14" name="Google Shape;14;p2"/>
              <p:cNvSpPr/>
              <p:nvPr/>
            </p:nvSpPr>
            <p:spPr>
              <a:xfrm>
                <a:off x="7343003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" name="Google Shape;15;p2"/>
              <p:cNvSpPr/>
              <p:nvPr/>
            </p:nvSpPr>
            <p:spPr>
              <a:xfrm>
                <a:off x="7343003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" name="Google Shape;16;p2"/>
            <p:cNvGrpSpPr/>
            <p:nvPr/>
          </p:nvGrpSpPr>
          <p:grpSpPr>
            <a:xfrm>
              <a:off x="7801210" y="4105700"/>
              <a:ext cx="316800" cy="1036523"/>
              <a:chOff x="7801210" y="4105700"/>
              <a:chExt cx="316800" cy="1036523"/>
            </a:xfrm>
          </p:grpSpPr>
          <p:sp>
            <p:nvSpPr>
              <p:cNvPr id="17" name="Google Shape;17;p2"/>
              <p:cNvSpPr/>
              <p:nvPr/>
            </p:nvSpPr>
            <p:spPr>
              <a:xfrm>
                <a:off x="7801210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" name="Google Shape;18;p2"/>
              <p:cNvSpPr/>
              <p:nvPr/>
            </p:nvSpPr>
            <p:spPr>
              <a:xfrm>
                <a:off x="7801210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" name="Google Shape;19;p2"/>
              <p:cNvSpPr/>
              <p:nvPr/>
            </p:nvSpPr>
            <p:spPr>
              <a:xfrm>
                <a:off x="7801210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0" name="Google Shape;20;p2"/>
            <p:cNvGrpSpPr/>
            <p:nvPr/>
          </p:nvGrpSpPr>
          <p:grpSpPr>
            <a:xfrm>
              <a:off x="8259418" y="3757688"/>
              <a:ext cx="316800" cy="1384535"/>
              <a:chOff x="8259418" y="3757688"/>
              <a:chExt cx="316800" cy="1384535"/>
            </a:xfrm>
          </p:grpSpPr>
          <p:sp>
            <p:nvSpPr>
              <p:cNvPr id="21" name="Google Shape;21;p2"/>
              <p:cNvSpPr/>
              <p:nvPr/>
            </p:nvSpPr>
            <p:spPr>
              <a:xfrm>
                <a:off x="8259418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" name="Google Shape;22;p2"/>
              <p:cNvSpPr/>
              <p:nvPr/>
            </p:nvSpPr>
            <p:spPr>
              <a:xfrm>
                <a:off x="8259418" y="3757688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" name="Google Shape;23;p2"/>
              <p:cNvSpPr/>
              <p:nvPr/>
            </p:nvSpPr>
            <p:spPr>
              <a:xfrm>
                <a:off x="8259418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" name="Google Shape;24;p2"/>
              <p:cNvSpPr/>
              <p:nvPr/>
            </p:nvSpPr>
            <p:spPr>
              <a:xfrm>
                <a:off x="8259418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5" name="Google Shape;25;p2"/>
            <p:cNvGrpSpPr/>
            <p:nvPr/>
          </p:nvGrpSpPr>
          <p:grpSpPr>
            <a:xfrm>
              <a:off x="8717625" y="3409675"/>
              <a:ext cx="316800" cy="1732548"/>
              <a:chOff x="8717625" y="3409675"/>
              <a:chExt cx="316800" cy="1732548"/>
            </a:xfrm>
          </p:grpSpPr>
          <p:sp>
            <p:nvSpPr>
              <p:cNvPr id="26" name="Google Shape;26;p2"/>
              <p:cNvSpPr/>
              <p:nvPr/>
            </p:nvSpPr>
            <p:spPr>
              <a:xfrm>
                <a:off x="8717625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" name="Google Shape;27;p2"/>
              <p:cNvSpPr/>
              <p:nvPr/>
            </p:nvSpPr>
            <p:spPr>
              <a:xfrm>
                <a:off x="8717625" y="3757688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" name="Google Shape;28;p2"/>
              <p:cNvSpPr/>
              <p:nvPr/>
            </p:nvSpPr>
            <p:spPr>
              <a:xfrm>
                <a:off x="8717625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" name="Google Shape;29;p2"/>
              <p:cNvSpPr/>
              <p:nvPr/>
            </p:nvSpPr>
            <p:spPr>
              <a:xfrm>
                <a:off x="8717625" y="3409675"/>
                <a:ext cx="316800" cy="1732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" name="Google Shape;30;p2"/>
              <p:cNvSpPr/>
              <p:nvPr/>
            </p:nvSpPr>
            <p:spPr>
              <a:xfrm>
                <a:off x="8717625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31" name="Google Shape;31;p2"/>
          <p:cNvGrpSpPr/>
          <p:nvPr/>
        </p:nvGrpSpPr>
        <p:grpSpPr>
          <a:xfrm>
            <a:off x="5043503" y="0"/>
            <a:ext cx="3814072" cy="3839102"/>
            <a:chOff x="5043503" y="0"/>
            <a:chExt cx="3814072" cy="3839102"/>
          </a:xfrm>
        </p:grpSpPr>
        <p:sp>
          <p:nvSpPr>
            <p:cNvPr id="32" name="Google Shape;32;p2"/>
            <p:cNvSpPr/>
            <p:nvPr/>
          </p:nvSpPr>
          <p:spPr>
            <a:xfrm>
              <a:off x="8460975" y="1817775"/>
              <a:ext cx="396600" cy="39660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2"/>
            <p:cNvSpPr/>
            <p:nvPr/>
          </p:nvSpPr>
          <p:spPr>
            <a:xfrm rot="-9830444">
              <a:off x="6469759" y="3480728"/>
              <a:ext cx="320148" cy="320148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4" name="Google Shape;34;p2"/>
            <p:cNvGrpSpPr/>
            <p:nvPr/>
          </p:nvGrpSpPr>
          <p:grpSpPr>
            <a:xfrm>
              <a:off x="7647812" y="2704283"/>
              <a:ext cx="635219" cy="635219"/>
              <a:chOff x="6725724" y="2701260"/>
              <a:chExt cx="1208101" cy="1208100"/>
            </a:xfrm>
          </p:grpSpPr>
          <p:sp>
            <p:nvSpPr>
              <p:cNvPr id="35" name="Google Shape;35;p2"/>
              <p:cNvSpPr/>
              <p:nvPr/>
            </p:nvSpPr>
            <p:spPr>
              <a:xfrm rot="5400000">
                <a:off x="6725725" y="2701260"/>
                <a:ext cx="1208100" cy="1208100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" name="Google Shape;36;p2"/>
              <p:cNvSpPr/>
              <p:nvPr/>
            </p:nvSpPr>
            <p:spPr>
              <a:xfrm rot="5400000">
                <a:off x="6725724" y="2701260"/>
                <a:ext cx="1208100" cy="1208100"/>
              </a:xfrm>
              <a:prstGeom prst="pie">
                <a:avLst>
                  <a:gd fmla="val 8244818" name="adj1"/>
                  <a:gd fmla="val 16246175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" name="Google Shape;37;p2"/>
              <p:cNvSpPr/>
              <p:nvPr/>
            </p:nvSpPr>
            <p:spPr>
              <a:xfrm rot="5400000">
                <a:off x="6954988" y="2930398"/>
                <a:ext cx="749700" cy="749700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38" name="Google Shape;38;p2"/>
            <p:cNvSpPr/>
            <p:nvPr/>
          </p:nvSpPr>
          <p:spPr>
            <a:xfrm>
              <a:off x="8460975" y="1817775"/>
              <a:ext cx="396600" cy="396600"/>
            </a:xfrm>
            <a:prstGeom prst="pie">
              <a:avLst>
                <a:gd fmla="val 1937684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9" name="Google Shape;39;p2"/>
            <p:cNvGrpSpPr/>
            <p:nvPr/>
          </p:nvGrpSpPr>
          <p:grpSpPr>
            <a:xfrm>
              <a:off x="7952720" y="179238"/>
              <a:ext cx="873165" cy="873003"/>
              <a:chOff x="7754428" y="208725"/>
              <a:chExt cx="541800" cy="541800"/>
            </a:xfrm>
          </p:grpSpPr>
          <p:sp>
            <p:nvSpPr>
              <p:cNvPr id="40" name="Google Shape;40;p2"/>
              <p:cNvSpPr/>
              <p:nvPr/>
            </p:nvSpPr>
            <p:spPr>
              <a:xfrm rot="-8647347">
                <a:off x="7831319" y="285616"/>
                <a:ext cx="388018" cy="388018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" name="Google Shape;41;p2"/>
              <p:cNvSpPr/>
              <p:nvPr/>
            </p:nvSpPr>
            <p:spPr>
              <a:xfrm rot="-8647347">
                <a:off x="7831319" y="285616"/>
                <a:ext cx="388018" cy="388018"/>
              </a:xfrm>
              <a:prstGeom prst="pie">
                <a:avLst>
                  <a:gd fmla="val 19376841" name="adj1"/>
                  <a:gd fmla="val 12313574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42" name="Google Shape;42;p2"/>
            <p:cNvSpPr/>
            <p:nvPr/>
          </p:nvSpPr>
          <p:spPr>
            <a:xfrm>
              <a:off x="5399840" y="356365"/>
              <a:ext cx="2577000" cy="257700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" name="Google Shape;43;p2"/>
            <p:cNvSpPr/>
            <p:nvPr/>
          </p:nvSpPr>
          <p:spPr>
            <a:xfrm rot="2043858">
              <a:off x="5503813" y="460310"/>
              <a:ext cx="2369480" cy="236948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2"/>
            <p:cNvSpPr/>
            <p:nvPr/>
          </p:nvSpPr>
          <p:spPr>
            <a:xfrm>
              <a:off x="5399795" y="360281"/>
              <a:ext cx="2577000" cy="2577000"/>
            </a:xfrm>
            <a:prstGeom prst="pie">
              <a:avLst>
                <a:gd fmla="val 8801158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" name="Google Shape;45;p2"/>
            <p:cNvSpPr/>
            <p:nvPr/>
          </p:nvSpPr>
          <p:spPr>
            <a:xfrm rot="2044777">
              <a:off x="5911449" y="867729"/>
              <a:ext cx="1554223" cy="1554223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" name="Google Shape;46;p2"/>
            <p:cNvSpPr/>
            <p:nvPr/>
          </p:nvSpPr>
          <p:spPr>
            <a:xfrm>
              <a:off x="5399795" y="356358"/>
              <a:ext cx="2577000" cy="2577000"/>
            </a:xfrm>
            <a:prstGeom prst="pie">
              <a:avLst>
                <a:gd fmla="val 1255410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" name="Google Shape;47;p2"/>
            <p:cNvSpPr/>
            <p:nvPr/>
          </p:nvSpPr>
          <p:spPr>
            <a:xfrm rot="-9830444">
              <a:off x="6469759" y="3480727"/>
              <a:ext cx="320148" cy="320148"/>
            </a:xfrm>
            <a:prstGeom prst="pie">
              <a:avLst>
                <a:gd fmla="val 1937684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8" name="Google Shape;48;p2"/>
          <p:cNvSpPr txBox="1"/>
          <p:nvPr>
            <p:ph type="ctrTitle"/>
          </p:nvPr>
        </p:nvSpPr>
        <p:spPr>
          <a:xfrm>
            <a:off x="824000" y="1613813"/>
            <a:ext cx="42555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9" name="Google Shape;49;p2"/>
          <p:cNvSpPr txBox="1"/>
          <p:nvPr>
            <p:ph idx="1" type="subTitle"/>
          </p:nvPr>
        </p:nvSpPr>
        <p:spPr>
          <a:xfrm>
            <a:off x="824000" y="3596300"/>
            <a:ext cx="4255500" cy="69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0" name="Google Shape;50;p2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" name="Google Shape;52;p3"/>
          <p:cNvGrpSpPr/>
          <p:nvPr/>
        </p:nvGrpSpPr>
        <p:grpSpPr>
          <a:xfrm>
            <a:off x="146769" y="3406"/>
            <a:ext cx="1233215" cy="1384535"/>
            <a:chOff x="146769" y="3406"/>
            <a:chExt cx="1233215" cy="1384535"/>
          </a:xfrm>
        </p:grpSpPr>
        <p:grpSp>
          <p:nvGrpSpPr>
            <p:cNvPr id="53" name="Google Shape;53;p3"/>
            <p:cNvGrpSpPr/>
            <p:nvPr/>
          </p:nvGrpSpPr>
          <p:grpSpPr>
            <a:xfrm>
              <a:off x="1063183" y="3406"/>
              <a:ext cx="316800" cy="688513"/>
              <a:chOff x="1063183" y="3406"/>
              <a:chExt cx="316800" cy="688513"/>
            </a:xfrm>
          </p:grpSpPr>
          <p:sp>
            <p:nvSpPr>
              <p:cNvPr id="54" name="Google Shape;54;p3"/>
              <p:cNvSpPr/>
              <p:nvPr/>
            </p:nvSpPr>
            <p:spPr>
              <a:xfrm rot="10800000">
                <a:off x="1063183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" name="Google Shape;55;p3"/>
              <p:cNvSpPr/>
              <p:nvPr/>
            </p:nvSpPr>
            <p:spPr>
              <a:xfrm rot="10800000">
                <a:off x="1063183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6" name="Google Shape;56;p3"/>
            <p:cNvGrpSpPr/>
            <p:nvPr/>
          </p:nvGrpSpPr>
          <p:grpSpPr>
            <a:xfrm>
              <a:off x="604976" y="3406"/>
              <a:ext cx="316800" cy="1036524"/>
              <a:chOff x="604976" y="3406"/>
              <a:chExt cx="316800" cy="1036524"/>
            </a:xfrm>
          </p:grpSpPr>
          <p:sp>
            <p:nvSpPr>
              <p:cNvPr id="57" name="Google Shape;57;p3"/>
              <p:cNvSpPr/>
              <p:nvPr/>
            </p:nvSpPr>
            <p:spPr>
              <a:xfrm rot="10800000">
                <a:off x="604976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" name="Google Shape;58;p3"/>
              <p:cNvSpPr/>
              <p:nvPr/>
            </p:nvSpPr>
            <p:spPr>
              <a:xfrm rot="10800000">
                <a:off x="604976" y="343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" name="Google Shape;59;p3"/>
              <p:cNvSpPr/>
              <p:nvPr/>
            </p:nvSpPr>
            <p:spPr>
              <a:xfrm rot="10800000">
                <a:off x="604976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0" name="Google Shape;60;p3"/>
            <p:cNvGrpSpPr/>
            <p:nvPr/>
          </p:nvGrpSpPr>
          <p:grpSpPr>
            <a:xfrm>
              <a:off x="146769" y="3406"/>
              <a:ext cx="316800" cy="1384535"/>
              <a:chOff x="146769" y="3406"/>
              <a:chExt cx="316800" cy="1384535"/>
            </a:xfrm>
          </p:grpSpPr>
          <p:sp>
            <p:nvSpPr>
              <p:cNvPr id="61" name="Google Shape;61;p3"/>
              <p:cNvSpPr/>
              <p:nvPr/>
            </p:nvSpPr>
            <p:spPr>
              <a:xfrm rot="10800000">
                <a:off x="146769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" name="Google Shape;62;p3"/>
              <p:cNvSpPr/>
              <p:nvPr/>
            </p:nvSpPr>
            <p:spPr>
              <a:xfrm rot="10800000">
                <a:off x="146769" y="3441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3" name="Google Shape;63;p3"/>
              <p:cNvSpPr/>
              <p:nvPr/>
            </p:nvSpPr>
            <p:spPr>
              <a:xfrm rot="10800000">
                <a:off x="146769" y="343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4" name="Google Shape;64;p3"/>
              <p:cNvSpPr/>
              <p:nvPr/>
            </p:nvSpPr>
            <p:spPr>
              <a:xfrm rot="10800000">
                <a:off x="146769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65" name="Google Shape;65;p3"/>
          <p:cNvGrpSpPr/>
          <p:nvPr/>
        </p:nvGrpSpPr>
        <p:grpSpPr>
          <a:xfrm>
            <a:off x="6775084" y="2904008"/>
            <a:ext cx="2186148" cy="2239500"/>
            <a:chOff x="6775084" y="2904008"/>
            <a:chExt cx="2186148" cy="2239500"/>
          </a:xfrm>
        </p:grpSpPr>
        <p:grpSp>
          <p:nvGrpSpPr>
            <p:cNvPr id="66" name="Google Shape;66;p3"/>
            <p:cNvGrpSpPr/>
            <p:nvPr/>
          </p:nvGrpSpPr>
          <p:grpSpPr>
            <a:xfrm>
              <a:off x="6775084" y="4253708"/>
              <a:ext cx="409500" cy="889800"/>
              <a:chOff x="6775084" y="4253708"/>
              <a:chExt cx="409500" cy="889800"/>
            </a:xfrm>
          </p:grpSpPr>
          <p:sp>
            <p:nvSpPr>
              <p:cNvPr id="67" name="Google Shape;67;p3"/>
              <p:cNvSpPr/>
              <p:nvPr/>
            </p:nvSpPr>
            <p:spPr>
              <a:xfrm>
                <a:off x="6775084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" name="Google Shape;68;p3"/>
              <p:cNvSpPr/>
              <p:nvPr/>
            </p:nvSpPr>
            <p:spPr>
              <a:xfrm>
                <a:off x="6775084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9" name="Google Shape;69;p3"/>
            <p:cNvGrpSpPr/>
            <p:nvPr/>
          </p:nvGrpSpPr>
          <p:grpSpPr>
            <a:xfrm>
              <a:off x="7367299" y="3804008"/>
              <a:ext cx="409500" cy="1339500"/>
              <a:chOff x="7367299" y="3804008"/>
              <a:chExt cx="409500" cy="1339500"/>
            </a:xfrm>
          </p:grpSpPr>
          <p:sp>
            <p:nvSpPr>
              <p:cNvPr id="70" name="Google Shape;70;p3"/>
              <p:cNvSpPr/>
              <p:nvPr/>
            </p:nvSpPr>
            <p:spPr>
              <a:xfrm>
                <a:off x="7367299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1" name="Google Shape;71;p3"/>
              <p:cNvSpPr/>
              <p:nvPr/>
            </p:nvSpPr>
            <p:spPr>
              <a:xfrm>
                <a:off x="7367299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2" name="Google Shape;72;p3"/>
              <p:cNvSpPr/>
              <p:nvPr/>
            </p:nvSpPr>
            <p:spPr>
              <a:xfrm>
                <a:off x="7367299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3" name="Google Shape;73;p3"/>
            <p:cNvGrpSpPr/>
            <p:nvPr/>
          </p:nvGrpSpPr>
          <p:grpSpPr>
            <a:xfrm>
              <a:off x="7959516" y="3354008"/>
              <a:ext cx="409500" cy="1789500"/>
              <a:chOff x="7959516" y="3354008"/>
              <a:chExt cx="409500" cy="1789500"/>
            </a:xfrm>
          </p:grpSpPr>
          <p:sp>
            <p:nvSpPr>
              <p:cNvPr id="74" name="Google Shape;74;p3"/>
              <p:cNvSpPr/>
              <p:nvPr/>
            </p:nvSpPr>
            <p:spPr>
              <a:xfrm>
                <a:off x="7959516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" name="Google Shape;75;p3"/>
              <p:cNvSpPr/>
              <p:nvPr/>
            </p:nvSpPr>
            <p:spPr>
              <a:xfrm>
                <a:off x="7959516" y="3354008"/>
                <a:ext cx="409500" cy="178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6" name="Google Shape;76;p3"/>
              <p:cNvSpPr/>
              <p:nvPr/>
            </p:nvSpPr>
            <p:spPr>
              <a:xfrm>
                <a:off x="7959516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" name="Google Shape;77;p3"/>
              <p:cNvSpPr/>
              <p:nvPr/>
            </p:nvSpPr>
            <p:spPr>
              <a:xfrm>
                <a:off x="7959516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8" name="Google Shape;78;p3"/>
            <p:cNvGrpSpPr/>
            <p:nvPr/>
          </p:nvGrpSpPr>
          <p:grpSpPr>
            <a:xfrm>
              <a:off x="8551731" y="2904008"/>
              <a:ext cx="409500" cy="2239500"/>
              <a:chOff x="8551731" y="2904008"/>
              <a:chExt cx="409500" cy="2239500"/>
            </a:xfrm>
          </p:grpSpPr>
          <p:sp>
            <p:nvSpPr>
              <p:cNvPr id="79" name="Google Shape;79;p3"/>
              <p:cNvSpPr/>
              <p:nvPr/>
            </p:nvSpPr>
            <p:spPr>
              <a:xfrm>
                <a:off x="8551731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" name="Google Shape;80;p3"/>
              <p:cNvSpPr/>
              <p:nvPr/>
            </p:nvSpPr>
            <p:spPr>
              <a:xfrm>
                <a:off x="8551731" y="3354008"/>
                <a:ext cx="409500" cy="178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" name="Google Shape;81;p3"/>
              <p:cNvSpPr/>
              <p:nvPr/>
            </p:nvSpPr>
            <p:spPr>
              <a:xfrm>
                <a:off x="8551731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2" name="Google Shape;82;p3"/>
              <p:cNvSpPr/>
              <p:nvPr/>
            </p:nvSpPr>
            <p:spPr>
              <a:xfrm>
                <a:off x="8551731" y="2904008"/>
                <a:ext cx="409500" cy="22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3" name="Google Shape;83;p3"/>
              <p:cNvSpPr/>
              <p:nvPr/>
            </p:nvSpPr>
            <p:spPr>
              <a:xfrm>
                <a:off x="8551731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84" name="Google Shape;84;p3"/>
          <p:cNvSpPr txBox="1"/>
          <p:nvPr>
            <p:ph type="title"/>
          </p:nvPr>
        </p:nvSpPr>
        <p:spPr>
          <a:xfrm>
            <a:off x="824000" y="1613825"/>
            <a:ext cx="58578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5" name="Google Shape;85;p3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7" name="Google Shape;87;p4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88" name="Google Shape;88;p4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" name="Google Shape;89;p4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0" name="Google Shape;90;p4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4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2" name="Google Shape;92;p4"/>
          <p:cNvSpPr txBox="1"/>
          <p:nvPr>
            <p:ph idx="12" type="sldNum"/>
          </p:nvPr>
        </p:nvSpPr>
        <p:spPr>
          <a:xfrm>
            <a:off x="8595300" y="4803075"/>
            <a:ext cx="548700" cy="34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 b="1" sz="1000">
                <a:solidFill>
                  <a:srgbClr val="000000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defRPr>
            </a:lvl1pPr>
            <a:lvl2pPr lvl="1">
              <a:buNone/>
              <a:defRPr b="1" sz="1000">
                <a:solidFill>
                  <a:srgbClr val="000000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defRPr>
            </a:lvl2pPr>
            <a:lvl3pPr lvl="2">
              <a:buNone/>
              <a:defRPr b="1" sz="1000">
                <a:solidFill>
                  <a:srgbClr val="000000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defRPr>
            </a:lvl3pPr>
            <a:lvl4pPr lvl="3">
              <a:buNone/>
              <a:defRPr b="1" sz="1000">
                <a:solidFill>
                  <a:srgbClr val="000000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defRPr>
            </a:lvl4pPr>
            <a:lvl5pPr lvl="4">
              <a:buNone/>
              <a:defRPr b="1" sz="1000">
                <a:solidFill>
                  <a:srgbClr val="000000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defRPr>
            </a:lvl5pPr>
            <a:lvl6pPr lvl="5">
              <a:buNone/>
              <a:defRPr b="1" sz="1000">
                <a:solidFill>
                  <a:srgbClr val="000000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defRPr>
            </a:lvl6pPr>
            <a:lvl7pPr lvl="6">
              <a:buNone/>
              <a:defRPr b="1" sz="1000">
                <a:solidFill>
                  <a:srgbClr val="000000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defRPr>
            </a:lvl7pPr>
            <a:lvl8pPr lvl="7">
              <a:buNone/>
              <a:defRPr b="1" sz="1000">
                <a:solidFill>
                  <a:srgbClr val="000000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defRPr>
            </a:lvl8pPr>
            <a:lvl9pPr lvl="8">
              <a:buNone/>
              <a:defRPr b="1" sz="1000">
                <a:solidFill>
                  <a:srgbClr val="000000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4" name="Google Shape;94;p5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95" name="Google Shape;95;p5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" name="Google Shape;96;p5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7" name="Google Shape;97;p5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8" name="Google Shape;98;p5"/>
          <p:cNvSpPr txBox="1"/>
          <p:nvPr>
            <p:ph idx="1" type="body"/>
          </p:nvPr>
        </p:nvSpPr>
        <p:spPr>
          <a:xfrm>
            <a:off x="1303800" y="1990050"/>
            <a:ext cx="34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9" name="Google Shape;99;p5"/>
          <p:cNvSpPr txBox="1"/>
          <p:nvPr>
            <p:ph idx="2" type="body"/>
          </p:nvPr>
        </p:nvSpPr>
        <p:spPr>
          <a:xfrm>
            <a:off x="4903650" y="1990050"/>
            <a:ext cx="34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00" name="Google Shape;100;p5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" name="Google Shape;102;p6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03" name="Google Shape;103;p6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" name="Google Shape;104;p6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5" name="Google Shape;105;p6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6" name="Google Shape;106;p6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7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09" name="Google Shape;109;p7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7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1" name="Google Shape;111;p7"/>
          <p:cNvSpPr txBox="1"/>
          <p:nvPr>
            <p:ph type="title"/>
          </p:nvPr>
        </p:nvSpPr>
        <p:spPr>
          <a:xfrm>
            <a:off x="1303800" y="598575"/>
            <a:ext cx="3312000" cy="159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2" name="Google Shape;112;p7"/>
          <p:cNvSpPr txBox="1"/>
          <p:nvPr>
            <p:ph idx="1" type="body"/>
          </p:nvPr>
        </p:nvSpPr>
        <p:spPr>
          <a:xfrm>
            <a:off x="1303800" y="2309675"/>
            <a:ext cx="3312000" cy="222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13" name="Google Shape;113;p7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dk1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5" name="Google Shape;115;p8"/>
          <p:cNvGrpSpPr/>
          <p:nvPr/>
        </p:nvGrpSpPr>
        <p:grpSpPr>
          <a:xfrm>
            <a:off x="6866714" y="1306"/>
            <a:ext cx="2267451" cy="2601690"/>
            <a:chOff x="6790514" y="1306"/>
            <a:chExt cx="2267451" cy="2601690"/>
          </a:xfrm>
        </p:grpSpPr>
        <p:grpSp>
          <p:nvGrpSpPr>
            <p:cNvPr id="116" name="Google Shape;116;p8"/>
            <p:cNvGrpSpPr/>
            <p:nvPr/>
          </p:nvGrpSpPr>
          <p:grpSpPr>
            <a:xfrm>
              <a:off x="7067465" y="1306"/>
              <a:ext cx="1990500" cy="1990200"/>
              <a:chOff x="7067465" y="1306"/>
              <a:chExt cx="1990500" cy="1990200"/>
            </a:xfrm>
          </p:grpSpPr>
          <p:sp>
            <p:nvSpPr>
              <p:cNvPr id="117" name="Google Shape;117;p8"/>
              <p:cNvSpPr/>
              <p:nvPr/>
            </p:nvSpPr>
            <p:spPr>
              <a:xfrm rot="-8648551">
                <a:off x="7594313" y="527721"/>
                <a:ext cx="937226" cy="937226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8" name="Google Shape;118;p8"/>
              <p:cNvSpPr/>
              <p:nvPr/>
            </p:nvSpPr>
            <p:spPr>
              <a:xfrm rot="-8648551">
                <a:off x="7594313" y="527721"/>
                <a:ext cx="937226" cy="937226"/>
              </a:xfrm>
              <a:prstGeom prst="pie">
                <a:avLst>
                  <a:gd fmla="val 19376841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9" name="Google Shape;119;p8"/>
              <p:cNvSpPr/>
              <p:nvPr/>
            </p:nvSpPr>
            <p:spPr>
              <a:xfrm rot="-8649154">
                <a:off x="7349891" y="283705"/>
                <a:ext cx="1425647" cy="14254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20" name="Google Shape;120;p8"/>
            <p:cNvGrpSpPr/>
            <p:nvPr/>
          </p:nvGrpSpPr>
          <p:grpSpPr>
            <a:xfrm>
              <a:off x="8207126" y="1807996"/>
              <a:ext cx="795000" cy="795000"/>
              <a:chOff x="8207126" y="1807996"/>
              <a:chExt cx="795000" cy="795000"/>
            </a:xfrm>
          </p:grpSpPr>
          <p:sp>
            <p:nvSpPr>
              <p:cNvPr id="121" name="Google Shape;121;p8"/>
              <p:cNvSpPr/>
              <p:nvPr/>
            </p:nvSpPr>
            <p:spPr>
              <a:xfrm rot="2152054">
                <a:off x="8319942" y="1920813"/>
                <a:ext cx="569367" cy="569367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2" name="Google Shape;122;p8"/>
              <p:cNvSpPr/>
              <p:nvPr/>
            </p:nvSpPr>
            <p:spPr>
              <a:xfrm rot="2150259">
                <a:off x="8408218" y="2008610"/>
                <a:ext cx="393004" cy="3930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3" name="Google Shape;123;p8"/>
              <p:cNvSpPr/>
              <p:nvPr/>
            </p:nvSpPr>
            <p:spPr>
              <a:xfrm rot="2150259">
                <a:off x="8408218" y="2008610"/>
                <a:ext cx="393004" cy="393004"/>
              </a:xfrm>
              <a:prstGeom prst="pie">
                <a:avLst>
                  <a:gd fmla="val 5699893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24" name="Google Shape;124;p8"/>
            <p:cNvGrpSpPr/>
            <p:nvPr/>
          </p:nvGrpSpPr>
          <p:grpSpPr>
            <a:xfrm>
              <a:off x="6790514" y="118857"/>
              <a:ext cx="548700" cy="548700"/>
              <a:chOff x="6790514" y="118857"/>
              <a:chExt cx="548700" cy="548700"/>
            </a:xfrm>
          </p:grpSpPr>
          <p:sp>
            <p:nvSpPr>
              <p:cNvPr id="125" name="Google Shape;125;p8"/>
              <p:cNvSpPr/>
              <p:nvPr/>
            </p:nvSpPr>
            <p:spPr>
              <a:xfrm rot="2150259">
                <a:off x="6868362" y="196705"/>
                <a:ext cx="393004" cy="3930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6" name="Google Shape;126;p8"/>
              <p:cNvSpPr/>
              <p:nvPr/>
            </p:nvSpPr>
            <p:spPr>
              <a:xfrm rot="2150259">
                <a:off x="6868362" y="196705"/>
                <a:ext cx="393004" cy="393004"/>
              </a:xfrm>
              <a:prstGeom prst="pie">
                <a:avLst>
                  <a:gd fmla="val 5699893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27" name="Google Shape;127;p8"/>
          <p:cNvSpPr txBox="1"/>
          <p:nvPr>
            <p:ph type="title"/>
          </p:nvPr>
        </p:nvSpPr>
        <p:spPr>
          <a:xfrm>
            <a:off x="824000" y="763600"/>
            <a:ext cx="5857800" cy="357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8" name="Google Shape;128;p8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0" name="Google Shape;130;p9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31" name="Google Shape;131;p9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" name="Google Shape;132;p9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3" name="Google Shape;133;p9"/>
          <p:cNvSpPr txBox="1"/>
          <p:nvPr>
            <p:ph type="title"/>
          </p:nvPr>
        </p:nvSpPr>
        <p:spPr>
          <a:xfrm>
            <a:off x="1303800" y="598575"/>
            <a:ext cx="3430500" cy="19902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4" name="Google Shape;134;p9"/>
          <p:cNvSpPr txBox="1"/>
          <p:nvPr>
            <p:ph idx="1" type="subTitle"/>
          </p:nvPr>
        </p:nvSpPr>
        <p:spPr>
          <a:xfrm>
            <a:off x="1303800" y="2743203"/>
            <a:ext cx="3430500" cy="7260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35" name="Google Shape;135;p9"/>
          <p:cNvSpPr txBox="1"/>
          <p:nvPr>
            <p:ph idx="2" type="body"/>
          </p:nvPr>
        </p:nvSpPr>
        <p:spPr>
          <a:xfrm>
            <a:off x="4903700" y="661000"/>
            <a:ext cx="3430500" cy="38706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36" name="Google Shape;136;p9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8" name="Google Shape;138;p10"/>
          <p:cNvGrpSpPr/>
          <p:nvPr/>
        </p:nvGrpSpPr>
        <p:grpSpPr>
          <a:xfrm>
            <a:off x="713373" y="3847119"/>
            <a:ext cx="825392" cy="825392"/>
            <a:chOff x="348199" y="179450"/>
            <a:chExt cx="1116300" cy="1116300"/>
          </a:xfrm>
        </p:grpSpPr>
        <p:sp>
          <p:nvSpPr>
            <p:cNvPr id="139" name="Google Shape;139;p10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" name="Google Shape;140;p10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1" name="Google Shape;141;p10"/>
          <p:cNvSpPr txBox="1"/>
          <p:nvPr>
            <p:ph idx="1" type="body"/>
          </p:nvPr>
        </p:nvSpPr>
        <p:spPr>
          <a:xfrm>
            <a:off x="1303800" y="4138975"/>
            <a:ext cx="5843100" cy="53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42" name="Google Shape;142;p10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3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4" name="Google Shape;144;p11"/>
          <p:cNvGrpSpPr/>
          <p:nvPr/>
        </p:nvGrpSpPr>
        <p:grpSpPr>
          <a:xfrm>
            <a:off x="52" y="4099200"/>
            <a:ext cx="9144036" cy="1044300"/>
            <a:chOff x="52" y="4099200"/>
            <a:chExt cx="9144036" cy="1044300"/>
          </a:xfrm>
        </p:grpSpPr>
        <p:grpSp>
          <p:nvGrpSpPr>
            <p:cNvPr id="145" name="Google Shape;145;p11"/>
            <p:cNvGrpSpPr/>
            <p:nvPr/>
          </p:nvGrpSpPr>
          <p:grpSpPr>
            <a:xfrm>
              <a:off x="52" y="4309200"/>
              <a:ext cx="231622" cy="834300"/>
              <a:chOff x="2688737" y="4301380"/>
              <a:chExt cx="231900" cy="834300"/>
            </a:xfrm>
          </p:grpSpPr>
          <p:sp>
            <p:nvSpPr>
              <p:cNvPr id="146" name="Google Shape;146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" name="Google Shape;147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8" name="Google Shape;148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9" name="Google Shape;149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0" name="Google Shape;150;p11"/>
            <p:cNvGrpSpPr/>
            <p:nvPr/>
          </p:nvGrpSpPr>
          <p:grpSpPr>
            <a:xfrm>
              <a:off x="371406" y="4099200"/>
              <a:ext cx="231622" cy="1044300"/>
              <a:chOff x="2688737" y="4091380"/>
              <a:chExt cx="231900" cy="1044300"/>
            </a:xfrm>
          </p:grpSpPr>
          <p:sp>
            <p:nvSpPr>
              <p:cNvPr id="151" name="Google Shape;151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" name="Google Shape;152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3" name="Google Shape;153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4" name="Google Shape;154;p11"/>
              <p:cNvSpPr/>
              <p:nvPr/>
            </p:nvSpPr>
            <p:spPr>
              <a:xfrm flipH="1">
                <a:off x="2688737" y="4091380"/>
                <a:ext cx="2319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5" name="Google Shape;155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6" name="Google Shape;156;p11"/>
            <p:cNvGrpSpPr/>
            <p:nvPr/>
          </p:nvGrpSpPr>
          <p:grpSpPr>
            <a:xfrm>
              <a:off x="742761" y="4309200"/>
              <a:ext cx="231622" cy="834300"/>
              <a:chOff x="2688737" y="4301380"/>
              <a:chExt cx="231900" cy="834300"/>
            </a:xfrm>
          </p:grpSpPr>
          <p:sp>
            <p:nvSpPr>
              <p:cNvPr id="157" name="Google Shape;157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8" name="Google Shape;158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9" name="Google Shape;159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0" name="Google Shape;160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1" name="Google Shape;161;p11"/>
            <p:cNvGrpSpPr/>
            <p:nvPr/>
          </p:nvGrpSpPr>
          <p:grpSpPr>
            <a:xfrm>
              <a:off x="1114115" y="4518900"/>
              <a:ext cx="231622" cy="624600"/>
              <a:chOff x="2688737" y="4511080"/>
              <a:chExt cx="231900" cy="624600"/>
            </a:xfrm>
          </p:grpSpPr>
          <p:sp>
            <p:nvSpPr>
              <p:cNvPr id="162" name="Google Shape;162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3" name="Google Shape;163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4" name="Google Shape;164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5" name="Google Shape;165;p11"/>
            <p:cNvGrpSpPr/>
            <p:nvPr/>
          </p:nvGrpSpPr>
          <p:grpSpPr>
            <a:xfrm>
              <a:off x="1856753" y="4099200"/>
              <a:ext cx="231600" cy="1044300"/>
              <a:chOff x="1856753" y="4099200"/>
              <a:chExt cx="231600" cy="1044300"/>
            </a:xfrm>
          </p:grpSpPr>
          <p:sp>
            <p:nvSpPr>
              <p:cNvPr id="166" name="Google Shape;166;p11"/>
              <p:cNvSpPr/>
              <p:nvPr/>
            </p:nvSpPr>
            <p:spPr>
              <a:xfrm flipH="1">
                <a:off x="185675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7" name="Google Shape;167;p11"/>
              <p:cNvSpPr/>
              <p:nvPr/>
            </p:nvSpPr>
            <p:spPr>
              <a:xfrm flipH="1">
                <a:off x="1856753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8" name="Google Shape;168;p11"/>
              <p:cNvSpPr/>
              <p:nvPr/>
            </p:nvSpPr>
            <p:spPr>
              <a:xfrm flipH="1">
                <a:off x="185675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9" name="Google Shape;169;p11"/>
              <p:cNvSpPr/>
              <p:nvPr/>
            </p:nvSpPr>
            <p:spPr>
              <a:xfrm flipH="1">
                <a:off x="1856753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0" name="Google Shape;170;p11"/>
              <p:cNvSpPr/>
              <p:nvPr/>
            </p:nvSpPr>
            <p:spPr>
              <a:xfrm flipH="1">
                <a:off x="185675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1" name="Google Shape;171;p11"/>
            <p:cNvGrpSpPr/>
            <p:nvPr/>
          </p:nvGrpSpPr>
          <p:grpSpPr>
            <a:xfrm>
              <a:off x="2228107" y="4309200"/>
              <a:ext cx="231600" cy="834300"/>
              <a:chOff x="2228107" y="4309200"/>
              <a:chExt cx="231600" cy="834300"/>
            </a:xfrm>
          </p:grpSpPr>
          <p:sp>
            <p:nvSpPr>
              <p:cNvPr id="172" name="Google Shape;172;p11"/>
              <p:cNvSpPr/>
              <p:nvPr/>
            </p:nvSpPr>
            <p:spPr>
              <a:xfrm flipH="1">
                <a:off x="2228107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3" name="Google Shape;173;p11"/>
              <p:cNvSpPr/>
              <p:nvPr/>
            </p:nvSpPr>
            <p:spPr>
              <a:xfrm flipH="1">
                <a:off x="2228107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4" name="Google Shape;174;p11"/>
              <p:cNvSpPr/>
              <p:nvPr/>
            </p:nvSpPr>
            <p:spPr>
              <a:xfrm flipH="1">
                <a:off x="2228107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5" name="Google Shape;175;p11"/>
              <p:cNvSpPr/>
              <p:nvPr/>
            </p:nvSpPr>
            <p:spPr>
              <a:xfrm flipH="1">
                <a:off x="2228107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6" name="Google Shape;176;p11"/>
            <p:cNvGrpSpPr/>
            <p:nvPr/>
          </p:nvGrpSpPr>
          <p:grpSpPr>
            <a:xfrm>
              <a:off x="2599462" y="4518900"/>
              <a:ext cx="231600" cy="624600"/>
              <a:chOff x="2599462" y="4518900"/>
              <a:chExt cx="231600" cy="624600"/>
            </a:xfrm>
          </p:grpSpPr>
          <p:sp>
            <p:nvSpPr>
              <p:cNvPr id="177" name="Google Shape;177;p11"/>
              <p:cNvSpPr/>
              <p:nvPr/>
            </p:nvSpPr>
            <p:spPr>
              <a:xfrm flipH="1">
                <a:off x="2599462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8" name="Google Shape;178;p11"/>
              <p:cNvSpPr/>
              <p:nvPr/>
            </p:nvSpPr>
            <p:spPr>
              <a:xfrm flipH="1">
                <a:off x="2599462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9" name="Google Shape;179;p11"/>
              <p:cNvSpPr/>
              <p:nvPr/>
            </p:nvSpPr>
            <p:spPr>
              <a:xfrm flipH="1">
                <a:off x="2599462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0" name="Google Shape;180;p11"/>
            <p:cNvGrpSpPr/>
            <p:nvPr/>
          </p:nvGrpSpPr>
          <p:grpSpPr>
            <a:xfrm>
              <a:off x="3342171" y="4099200"/>
              <a:ext cx="231600" cy="1044300"/>
              <a:chOff x="3342171" y="4099200"/>
              <a:chExt cx="231600" cy="1044300"/>
            </a:xfrm>
          </p:grpSpPr>
          <p:sp>
            <p:nvSpPr>
              <p:cNvPr id="181" name="Google Shape;181;p11"/>
              <p:cNvSpPr/>
              <p:nvPr/>
            </p:nvSpPr>
            <p:spPr>
              <a:xfrm flipH="1">
                <a:off x="3342171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2" name="Google Shape;182;p11"/>
              <p:cNvSpPr/>
              <p:nvPr/>
            </p:nvSpPr>
            <p:spPr>
              <a:xfrm flipH="1">
                <a:off x="3342171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3" name="Google Shape;183;p11"/>
              <p:cNvSpPr/>
              <p:nvPr/>
            </p:nvSpPr>
            <p:spPr>
              <a:xfrm flipH="1">
                <a:off x="3342171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4" name="Google Shape;184;p11"/>
              <p:cNvSpPr/>
              <p:nvPr/>
            </p:nvSpPr>
            <p:spPr>
              <a:xfrm flipH="1">
                <a:off x="3342171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5" name="Google Shape;185;p11"/>
              <p:cNvSpPr/>
              <p:nvPr/>
            </p:nvSpPr>
            <p:spPr>
              <a:xfrm flipH="1">
                <a:off x="3342171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6" name="Google Shape;186;p11"/>
            <p:cNvGrpSpPr/>
            <p:nvPr/>
          </p:nvGrpSpPr>
          <p:grpSpPr>
            <a:xfrm>
              <a:off x="3713525" y="4309200"/>
              <a:ext cx="231600" cy="834300"/>
              <a:chOff x="3713525" y="4309200"/>
              <a:chExt cx="231600" cy="834300"/>
            </a:xfrm>
          </p:grpSpPr>
          <p:sp>
            <p:nvSpPr>
              <p:cNvPr id="187" name="Google Shape;187;p11"/>
              <p:cNvSpPr/>
              <p:nvPr/>
            </p:nvSpPr>
            <p:spPr>
              <a:xfrm flipH="1">
                <a:off x="3713525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8" name="Google Shape;188;p11"/>
              <p:cNvSpPr/>
              <p:nvPr/>
            </p:nvSpPr>
            <p:spPr>
              <a:xfrm flipH="1">
                <a:off x="3713525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9" name="Google Shape;189;p11"/>
              <p:cNvSpPr/>
              <p:nvPr/>
            </p:nvSpPr>
            <p:spPr>
              <a:xfrm flipH="1">
                <a:off x="3713525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0" name="Google Shape;190;p11"/>
              <p:cNvSpPr/>
              <p:nvPr/>
            </p:nvSpPr>
            <p:spPr>
              <a:xfrm flipH="1">
                <a:off x="3713525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1" name="Google Shape;191;p11"/>
            <p:cNvGrpSpPr/>
            <p:nvPr/>
          </p:nvGrpSpPr>
          <p:grpSpPr>
            <a:xfrm>
              <a:off x="1485398" y="4309200"/>
              <a:ext cx="231600" cy="834300"/>
              <a:chOff x="1485398" y="4309200"/>
              <a:chExt cx="231600" cy="834300"/>
            </a:xfrm>
          </p:grpSpPr>
          <p:sp>
            <p:nvSpPr>
              <p:cNvPr id="192" name="Google Shape;192;p11"/>
              <p:cNvSpPr/>
              <p:nvPr/>
            </p:nvSpPr>
            <p:spPr>
              <a:xfrm flipH="1">
                <a:off x="148539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3" name="Google Shape;193;p11"/>
              <p:cNvSpPr/>
              <p:nvPr/>
            </p:nvSpPr>
            <p:spPr>
              <a:xfrm flipH="1">
                <a:off x="148539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4" name="Google Shape;194;p11"/>
              <p:cNvSpPr/>
              <p:nvPr/>
            </p:nvSpPr>
            <p:spPr>
              <a:xfrm flipH="1">
                <a:off x="148539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5" name="Google Shape;195;p11"/>
              <p:cNvSpPr/>
              <p:nvPr/>
            </p:nvSpPr>
            <p:spPr>
              <a:xfrm flipH="1">
                <a:off x="148539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6" name="Google Shape;196;p11"/>
            <p:cNvGrpSpPr/>
            <p:nvPr/>
          </p:nvGrpSpPr>
          <p:grpSpPr>
            <a:xfrm>
              <a:off x="4084879" y="4518900"/>
              <a:ext cx="231600" cy="624600"/>
              <a:chOff x="4084879" y="4518900"/>
              <a:chExt cx="231600" cy="624600"/>
            </a:xfrm>
          </p:grpSpPr>
          <p:sp>
            <p:nvSpPr>
              <p:cNvPr id="197" name="Google Shape;197;p11"/>
              <p:cNvSpPr/>
              <p:nvPr/>
            </p:nvSpPr>
            <p:spPr>
              <a:xfrm flipH="1">
                <a:off x="4084879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8" name="Google Shape;198;p11"/>
              <p:cNvSpPr/>
              <p:nvPr/>
            </p:nvSpPr>
            <p:spPr>
              <a:xfrm flipH="1">
                <a:off x="4084879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9" name="Google Shape;199;p11"/>
              <p:cNvSpPr/>
              <p:nvPr/>
            </p:nvSpPr>
            <p:spPr>
              <a:xfrm flipH="1">
                <a:off x="4084879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00" name="Google Shape;200;p11"/>
            <p:cNvGrpSpPr/>
            <p:nvPr/>
          </p:nvGrpSpPr>
          <p:grpSpPr>
            <a:xfrm>
              <a:off x="2970816" y="4309200"/>
              <a:ext cx="231600" cy="834300"/>
              <a:chOff x="2970816" y="4309200"/>
              <a:chExt cx="231600" cy="834300"/>
            </a:xfrm>
          </p:grpSpPr>
          <p:sp>
            <p:nvSpPr>
              <p:cNvPr id="201" name="Google Shape;201;p11"/>
              <p:cNvSpPr/>
              <p:nvPr/>
            </p:nvSpPr>
            <p:spPr>
              <a:xfrm flipH="1">
                <a:off x="2970816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2" name="Google Shape;202;p11"/>
              <p:cNvSpPr/>
              <p:nvPr/>
            </p:nvSpPr>
            <p:spPr>
              <a:xfrm flipH="1">
                <a:off x="2970816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3" name="Google Shape;203;p11"/>
              <p:cNvSpPr/>
              <p:nvPr/>
            </p:nvSpPr>
            <p:spPr>
              <a:xfrm flipH="1">
                <a:off x="2970816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4" name="Google Shape;204;p11"/>
              <p:cNvSpPr/>
              <p:nvPr/>
            </p:nvSpPr>
            <p:spPr>
              <a:xfrm flipH="1">
                <a:off x="2970816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05" name="Google Shape;205;p11"/>
            <p:cNvGrpSpPr/>
            <p:nvPr/>
          </p:nvGrpSpPr>
          <p:grpSpPr>
            <a:xfrm>
              <a:off x="4456234" y="4309200"/>
              <a:ext cx="231600" cy="834300"/>
              <a:chOff x="4456234" y="4309200"/>
              <a:chExt cx="231600" cy="834300"/>
            </a:xfrm>
          </p:grpSpPr>
          <p:sp>
            <p:nvSpPr>
              <p:cNvPr id="206" name="Google Shape;206;p11"/>
              <p:cNvSpPr/>
              <p:nvPr/>
            </p:nvSpPr>
            <p:spPr>
              <a:xfrm flipH="1">
                <a:off x="4456234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7" name="Google Shape;207;p11"/>
              <p:cNvSpPr/>
              <p:nvPr/>
            </p:nvSpPr>
            <p:spPr>
              <a:xfrm flipH="1">
                <a:off x="4456234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8" name="Google Shape;208;p11"/>
              <p:cNvSpPr/>
              <p:nvPr/>
            </p:nvSpPr>
            <p:spPr>
              <a:xfrm flipH="1">
                <a:off x="4456234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9" name="Google Shape;209;p11"/>
              <p:cNvSpPr/>
              <p:nvPr/>
            </p:nvSpPr>
            <p:spPr>
              <a:xfrm flipH="1">
                <a:off x="4456234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0" name="Google Shape;210;p11"/>
            <p:cNvGrpSpPr/>
            <p:nvPr/>
          </p:nvGrpSpPr>
          <p:grpSpPr>
            <a:xfrm>
              <a:off x="4827588" y="4099200"/>
              <a:ext cx="231600" cy="1044300"/>
              <a:chOff x="4827588" y="4099200"/>
              <a:chExt cx="231600" cy="1044300"/>
            </a:xfrm>
          </p:grpSpPr>
          <p:sp>
            <p:nvSpPr>
              <p:cNvPr id="211" name="Google Shape;211;p11"/>
              <p:cNvSpPr/>
              <p:nvPr/>
            </p:nvSpPr>
            <p:spPr>
              <a:xfrm flipH="1">
                <a:off x="482758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2" name="Google Shape;212;p11"/>
              <p:cNvSpPr/>
              <p:nvPr/>
            </p:nvSpPr>
            <p:spPr>
              <a:xfrm flipH="1">
                <a:off x="482758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3" name="Google Shape;213;p11"/>
              <p:cNvSpPr/>
              <p:nvPr/>
            </p:nvSpPr>
            <p:spPr>
              <a:xfrm flipH="1">
                <a:off x="482758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4" name="Google Shape;214;p11"/>
              <p:cNvSpPr/>
              <p:nvPr/>
            </p:nvSpPr>
            <p:spPr>
              <a:xfrm flipH="1">
                <a:off x="4827588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5" name="Google Shape;215;p11"/>
              <p:cNvSpPr/>
              <p:nvPr/>
            </p:nvSpPr>
            <p:spPr>
              <a:xfrm flipH="1">
                <a:off x="482758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6" name="Google Shape;216;p11"/>
            <p:cNvGrpSpPr/>
            <p:nvPr/>
          </p:nvGrpSpPr>
          <p:grpSpPr>
            <a:xfrm>
              <a:off x="5198943" y="4309200"/>
              <a:ext cx="231600" cy="834300"/>
              <a:chOff x="5198943" y="4309200"/>
              <a:chExt cx="231600" cy="834300"/>
            </a:xfrm>
          </p:grpSpPr>
          <p:sp>
            <p:nvSpPr>
              <p:cNvPr id="217" name="Google Shape;217;p11"/>
              <p:cNvSpPr/>
              <p:nvPr/>
            </p:nvSpPr>
            <p:spPr>
              <a:xfrm flipH="1">
                <a:off x="519894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8" name="Google Shape;218;p11"/>
              <p:cNvSpPr/>
              <p:nvPr/>
            </p:nvSpPr>
            <p:spPr>
              <a:xfrm flipH="1">
                <a:off x="5198943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9" name="Google Shape;219;p11"/>
              <p:cNvSpPr/>
              <p:nvPr/>
            </p:nvSpPr>
            <p:spPr>
              <a:xfrm flipH="1">
                <a:off x="519894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0" name="Google Shape;220;p11"/>
              <p:cNvSpPr/>
              <p:nvPr/>
            </p:nvSpPr>
            <p:spPr>
              <a:xfrm flipH="1">
                <a:off x="519894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1" name="Google Shape;221;p11"/>
            <p:cNvGrpSpPr/>
            <p:nvPr/>
          </p:nvGrpSpPr>
          <p:grpSpPr>
            <a:xfrm>
              <a:off x="5570297" y="4518900"/>
              <a:ext cx="231600" cy="624600"/>
              <a:chOff x="5570297" y="4518900"/>
              <a:chExt cx="231600" cy="624600"/>
            </a:xfrm>
          </p:grpSpPr>
          <p:sp>
            <p:nvSpPr>
              <p:cNvPr id="222" name="Google Shape;222;p11"/>
              <p:cNvSpPr/>
              <p:nvPr/>
            </p:nvSpPr>
            <p:spPr>
              <a:xfrm flipH="1">
                <a:off x="5570297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3" name="Google Shape;223;p11"/>
              <p:cNvSpPr/>
              <p:nvPr/>
            </p:nvSpPr>
            <p:spPr>
              <a:xfrm flipH="1">
                <a:off x="5570297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4" name="Google Shape;224;p11"/>
              <p:cNvSpPr/>
              <p:nvPr/>
            </p:nvSpPr>
            <p:spPr>
              <a:xfrm flipH="1">
                <a:off x="5570297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5" name="Google Shape;225;p11"/>
            <p:cNvGrpSpPr/>
            <p:nvPr/>
          </p:nvGrpSpPr>
          <p:grpSpPr>
            <a:xfrm>
              <a:off x="5941652" y="4309200"/>
              <a:ext cx="231600" cy="834300"/>
              <a:chOff x="5941652" y="4309200"/>
              <a:chExt cx="231600" cy="834300"/>
            </a:xfrm>
          </p:grpSpPr>
          <p:sp>
            <p:nvSpPr>
              <p:cNvPr id="226" name="Google Shape;226;p11"/>
              <p:cNvSpPr/>
              <p:nvPr/>
            </p:nvSpPr>
            <p:spPr>
              <a:xfrm flipH="1">
                <a:off x="5941652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7" name="Google Shape;227;p11"/>
              <p:cNvSpPr/>
              <p:nvPr/>
            </p:nvSpPr>
            <p:spPr>
              <a:xfrm flipH="1">
                <a:off x="5941652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8" name="Google Shape;228;p11"/>
              <p:cNvSpPr/>
              <p:nvPr/>
            </p:nvSpPr>
            <p:spPr>
              <a:xfrm flipH="1">
                <a:off x="5941652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9" name="Google Shape;229;p11"/>
              <p:cNvSpPr/>
              <p:nvPr/>
            </p:nvSpPr>
            <p:spPr>
              <a:xfrm flipH="1">
                <a:off x="5941652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0" name="Google Shape;230;p11"/>
            <p:cNvGrpSpPr/>
            <p:nvPr/>
          </p:nvGrpSpPr>
          <p:grpSpPr>
            <a:xfrm>
              <a:off x="6313006" y="4099200"/>
              <a:ext cx="231600" cy="1044300"/>
              <a:chOff x="6313006" y="4099200"/>
              <a:chExt cx="231600" cy="1044300"/>
            </a:xfrm>
          </p:grpSpPr>
          <p:sp>
            <p:nvSpPr>
              <p:cNvPr id="231" name="Google Shape;231;p11"/>
              <p:cNvSpPr/>
              <p:nvPr/>
            </p:nvSpPr>
            <p:spPr>
              <a:xfrm flipH="1">
                <a:off x="6313006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2" name="Google Shape;232;p11"/>
              <p:cNvSpPr/>
              <p:nvPr/>
            </p:nvSpPr>
            <p:spPr>
              <a:xfrm flipH="1">
                <a:off x="6313006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3" name="Google Shape;233;p11"/>
              <p:cNvSpPr/>
              <p:nvPr/>
            </p:nvSpPr>
            <p:spPr>
              <a:xfrm flipH="1">
                <a:off x="6313006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4" name="Google Shape;234;p11"/>
              <p:cNvSpPr/>
              <p:nvPr/>
            </p:nvSpPr>
            <p:spPr>
              <a:xfrm flipH="1">
                <a:off x="6313006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5" name="Google Shape;235;p11"/>
              <p:cNvSpPr/>
              <p:nvPr/>
            </p:nvSpPr>
            <p:spPr>
              <a:xfrm flipH="1">
                <a:off x="6313006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6" name="Google Shape;236;p11"/>
            <p:cNvGrpSpPr/>
            <p:nvPr/>
          </p:nvGrpSpPr>
          <p:grpSpPr>
            <a:xfrm>
              <a:off x="6684361" y="4309200"/>
              <a:ext cx="231600" cy="834300"/>
              <a:chOff x="6684361" y="4309200"/>
              <a:chExt cx="231600" cy="834300"/>
            </a:xfrm>
          </p:grpSpPr>
          <p:sp>
            <p:nvSpPr>
              <p:cNvPr id="237" name="Google Shape;237;p11"/>
              <p:cNvSpPr/>
              <p:nvPr/>
            </p:nvSpPr>
            <p:spPr>
              <a:xfrm flipH="1">
                <a:off x="6684361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8" name="Google Shape;238;p11"/>
              <p:cNvSpPr/>
              <p:nvPr/>
            </p:nvSpPr>
            <p:spPr>
              <a:xfrm flipH="1">
                <a:off x="6684361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9" name="Google Shape;239;p11"/>
              <p:cNvSpPr/>
              <p:nvPr/>
            </p:nvSpPr>
            <p:spPr>
              <a:xfrm flipH="1">
                <a:off x="6684361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0" name="Google Shape;240;p11"/>
              <p:cNvSpPr/>
              <p:nvPr/>
            </p:nvSpPr>
            <p:spPr>
              <a:xfrm flipH="1">
                <a:off x="6684361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1" name="Google Shape;241;p11"/>
            <p:cNvGrpSpPr/>
            <p:nvPr/>
          </p:nvGrpSpPr>
          <p:grpSpPr>
            <a:xfrm>
              <a:off x="7055715" y="4518900"/>
              <a:ext cx="231600" cy="624600"/>
              <a:chOff x="7055715" y="4518900"/>
              <a:chExt cx="231600" cy="624600"/>
            </a:xfrm>
          </p:grpSpPr>
          <p:sp>
            <p:nvSpPr>
              <p:cNvPr id="242" name="Google Shape;242;p11"/>
              <p:cNvSpPr/>
              <p:nvPr/>
            </p:nvSpPr>
            <p:spPr>
              <a:xfrm flipH="1">
                <a:off x="7055715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3" name="Google Shape;243;p11"/>
              <p:cNvSpPr/>
              <p:nvPr/>
            </p:nvSpPr>
            <p:spPr>
              <a:xfrm flipH="1">
                <a:off x="7055715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4" name="Google Shape;244;p11"/>
              <p:cNvSpPr/>
              <p:nvPr/>
            </p:nvSpPr>
            <p:spPr>
              <a:xfrm flipH="1">
                <a:off x="7055715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5" name="Google Shape;245;p11"/>
            <p:cNvGrpSpPr/>
            <p:nvPr/>
          </p:nvGrpSpPr>
          <p:grpSpPr>
            <a:xfrm>
              <a:off x="7798424" y="4099200"/>
              <a:ext cx="231600" cy="1044300"/>
              <a:chOff x="7798424" y="4099200"/>
              <a:chExt cx="231600" cy="1044300"/>
            </a:xfrm>
          </p:grpSpPr>
          <p:sp>
            <p:nvSpPr>
              <p:cNvPr id="246" name="Google Shape;246;p11"/>
              <p:cNvSpPr/>
              <p:nvPr/>
            </p:nvSpPr>
            <p:spPr>
              <a:xfrm flipH="1">
                <a:off x="7798424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7" name="Google Shape;247;p11"/>
              <p:cNvSpPr/>
              <p:nvPr/>
            </p:nvSpPr>
            <p:spPr>
              <a:xfrm flipH="1">
                <a:off x="7798424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8" name="Google Shape;248;p11"/>
              <p:cNvSpPr/>
              <p:nvPr/>
            </p:nvSpPr>
            <p:spPr>
              <a:xfrm flipH="1">
                <a:off x="7798424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9" name="Google Shape;249;p11"/>
              <p:cNvSpPr/>
              <p:nvPr/>
            </p:nvSpPr>
            <p:spPr>
              <a:xfrm flipH="1">
                <a:off x="7798424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0" name="Google Shape;250;p11"/>
              <p:cNvSpPr/>
              <p:nvPr/>
            </p:nvSpPr>
            <p:spPr>
              <a:xfrm flipH="1">
                <a:off x="7798424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51" name="Google Shape;251;p11"/>
            <p:cNvGrpSpPr/>
            <p:nvPr/>
          </p:nvGrpSpPr>
          <p:grpSpPr>
            <a:xfrm>
              <a:off x="8169779" y="4309200"/>
              <a:ext cx="231600" cy="834300"/>
              <a:chOff x="8169779" y="4309200"/>
              <a:chExt cx="231600" cy="834300"/>
            </a:xfrm>
          </p:grpSpPr>
          <p:sp>
            <p:nvSpPr>
              <p:cNvPr id="252" name="Google Shape;252;p11"/>
              <p:cNvSpPr/>
              <p:nvPr/>
            </p:nvSpPr>
            <p:spPr>
              <a:xfrm flipH="1">
                <a:off x="8169779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3" name="Google Shape;253;p11"/>
              <p:cNvSpPr/>
              <p:nvPr/>
            </p:nvSpPr>
            <p:spPr>
              <a:xfrm flipH="1">
                <a:off x="8169779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4" name="Google Shape;254;p11"/>
              <p:cNvSpPr/>
              <p:nvPr/>
            </p:nvSpPr>
            <p:spPr>
              <a:xfrm flipH="1">
                <a:off x="8169779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5" name="Google Shape;255;p11"/>
              <p:cNvSpPr/>
              <p:nvPr/>
            </p:nvSpPr>
            <p:spPr>
              <a:xfrm flipH="1">
                <a:off x="8169779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56" name="Google Shape;256;p11"/>
            <p:cNvGrpSpPr/>
            <p:nvPr/>
          </p:nvGrpSpPr>
          <p:grpSpPr>
            <a:xfrm>
              <a:off x="7427070" y="4309200"/>
              <a:ext cx="231600" cy="834300"/>
              <a:chOff x="7427070" y="4309200"/>
              <a:chExt cx="231600" cy="834300"/>
            </a:xfrm>
          </p:grpSpPr>
          <p:sp>
            <p:nvSpPr>
              <p:cNvPr id="257" name="Google Shape;257;p11"/>
              <p:cNvSpPr/>
              <p:nvPr/>
            </p:nvSpPr>
            <p:spPr>
              <a:xfrm flipH="1">
                <a:off x="7427070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8" name="Google Shape;258;p11"/>
              <p:cNvSpPr/>
              <p:nvPr/>
            </p:nvSpPr>
            <p:spPr>
              <a:xfrm flipH="1">
                <a:off x="7427070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9" name="Google Shape;259;p11"/>
              <p:cNvSpPr/>
              <p:nvPr/>
            </p:nvSpPr>
            <p:spPr>
              <a:xfrm flipH="1">
                <a:off x="7427070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0" name="Google Shape;260;p11"/>
              <p:cNvSpPr/>
              <p:nvPr/>
            </p:nvSpPr>
            <p:spPr>
              <a:xfrm flipH="1">
                <a:off x="7427070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61" name="Google Shape;261;p11"/>
            <p:cNvGrpSpPr/>
            <p:nvPr/>
          </p:nvGrpSpPr>
          <p:grpSpPr>
            <a:xfrm>
              <a:off x="8541133" y="4518900"/>
              <a:ext cx="231600" cy="624600"/>
              <a:chOff x="8541133" y="4518900"/>
              <a:chExt cx="231600" cy="624600"/>
            </a:xfrm>
          </p:grpSpPr>
          <p:sp>
            <p:nvSpPr>
              <p:cNvPr id="262" name="Google Shape;262;p11"/>
              <p:cNvSpPr/>
              <p:nvPr/>
            </p:nvSpPr>
            <p:spPr>
              <a:xfrm flipH="1">
                <a:off x="854113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3" name="Google Shape;263;p11"/>
              <p:cNvSpPr/>
              <p:nvPr/>
            </p:nvSpPr>
            <p:spPr>
              <a:xfrm flipH="1">
                <a:off x="854113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4" name="Google Shape;264;p11"/>
              <p:cNvSpPr/>
              <p:nvPr/>
            </p:nvSpPr>
            <p:spPr>
              <a:xfrm flipH="1">
                <a:off x="854113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65" name="Google Shape;265;p11"/>
            <p:cNvGrpSpPr/>
            <p:nvPr/>
          </p:nvGrpSpPr>
          <p:grpSpPr>
            <a:xfrm>
              <a:off x="8912488" y="4309200"/>
              <a:ext cx="231600" cy="834300"/>
              <a:chOff x="8912488" y="4309200"/>
              <a:chExt cx="231600" cy="834300"/>
            </a:xfrm>
          </p:grpSpPr>
          <p:sp>
            <p:nvSpPr>
              <p:cNvPr id="266" name="Google Shape;266;p11"/>
              <p:cNvSpPr/>
              <p:nvPr/>
            </p:nvSpPr>
            <p:spPr>
              <a:xfrm flipH="1">
                <a:off x="891248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7" name="Google Shape;267;p11"/>
              <p:cNvSpPr/>
              <p:nvPr/>
            </p:nvSpPr>
            <p:spPr>
              <a:xfrm flipH="1">
                <a:off x="891248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8" name="Google Shape;268;p11"/>
              <p:cNvSpPr/>
              <p:nvPr/>
            </p:nvSpPr>
            <p:spPr>
              <a:xfrm flipH="1">
                <a:off x="891248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9" name="Google Shape;269;p11"/>
              <p:cNvSpPr/>
              <p:nvPr/>
            </p:nvSpPr>
            <p:spPr>
              <a:xfrm flipH="1">
                <a:off x="891248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270" name="Google Shape;270;p11"/>
          <p:cNvSpPr txBox="1"/>
          <p:nvPr>
            <p:ph hasCustomPrompt="1" type="title"/>
          </p:nvPr>
        </p:nvSpPr>
        <p:spPr>
          <a:xfrm>
            <a:off x="1388625" y="772725"/>
            <a:ext cx="6366900" cy="186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71" name="Google Shape;271;p11"/>
          <p:cNvSpPr txBox="1"/>
          <p:nvPr>
            <p:ph idx="1" type="body"/>
          </p:nvPr>
        </p:nvSpPr>
        <p:spPr>
          <a:xfrm>
            <a:off x="1388625" y="2712300"/>
            <a:ext cx="6366900" cy="11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2" name="Google Shape;272;p11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12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omentum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Nunito"/>
              <a:buChar char="●"/>
              <a:defRPr sz="13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9" name="Google Shape;9;p1"/>
          <p:cNvSpPr/>
          <p:nvPr/>
        </p:nvSpPr>
        <p:spPr>
          <a:xfrm>
            <a:off x="270000" y="4925175"/>
            <a:ext cx="8604000" cy="105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0" name="Google Shape;10;p1"/>
          <p:cNvSpPr/>
          <p:nvPr/>
        </p:nvSpPr>
        <p:spPr>
          <a:xfrm>
            <a:off x="0" y="4925450"/>
            <a:ext cx="270000" cy="218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7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8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hyperlink" Target="https://www.fortinet.com/br/resources/cyberglossary/what-is-hacking" TargetMode="External"/><Relationship Id="rId4" Type="http://schemas.openxmlformats.org/officeDocument/2006/relationships/hyperlink" Target="https://www.fortinet.com/br/resources/cyberglossary/what-is-hacking" TargetMode="External"/><Relationship Id="rId10" Type="http://schemas.openxmlformats.org/officeDocument/2006/relationships/hyperlink" Target="https://www.radware.com/security/threat-advisories-and-attack-reports/opisrael-2025-hacktivist-coordination-intensifies-ahead-of-april-7/" TargetMode="External"/><Relationship Id="rId9" Type="http://schemas.openxmlformats.org/officeDocument/2006/relationships/hyperlink" Target="https://www.radware.com/security/threat-advisories-and-attack-reports/opisrael-2025-hacktivist-coordination-intensifies-ahead-of-april-7/" TargetMode="External"/><Relationship Id="rId5" Type="http://schemas.openxmlformats.org/officeDocument/2006/relationships/hyperlink" Target="https://nsfocusglobal.com/pt-br/the-hacktivist-cyber-attacks-in-the-iran-israel-conflict/" TargetMode="External"/><Relationship Id="rId6" Type="http://schemas.openxmlformats.org/officeDocument/2006/relationships/hyperlink" Target="https://nsfocusglobal.com/pt-br/the-hacktivist-cyber-attacks-in-the-iran-israel-conflict/" TargetMode="External"/><Relationship Id="rId7" Type="http://schemas.openxmlformats.org/officeDocument/2006/relationships/hyperlink" Target="https://pt.slideshare.net/slideshow/learn-ethical-hacking-vs-malicious-hacking/267450063" TargetMode="External"/><Relationship Id="rId8" Type="http://schemas.openxmlformats.org/officeDocument/2006/relationships/hyperlink" Target="https://pt.slideshare.net/slideshow/learn-ethical-hacking-vs-malicious-hacking/267450063" TargetMode="Externa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hyperlink" Target="https://www.atlas-digitale-gesundheitswirtschaft.de/blog/2025/02/12/recovering-from-a-cyber-incident-how-can-hospitals-react/" TargetMode="External"/><Relationship Id="rId4" Type="http://schemas.openxmlformats.org/officeDocument/2006/relationships/hyperlink" Target="https://www.atlas-digitale-gesundheitswirtschaft.de/blog/2025/02/12/recovering-from-a-cyber-incident-how-can-hospitals-react/" TargetMode="External"/><Relationship Id="rId11" Type="http://schemas.openxmlformats.org/officeDocument/2006/relationships/hyperlink" Target="https://www.youtube.com/watch?v=A7MUhFWTBc0" TargetMode="External"/><Relationship Id="rId10" Type="http://schemas.openxmlformats.org/officeDocument/2006/relationships/hyperlink" Target="https://www.cloudflare.com/pt-br/learning/access-management/phishing-attack/" TargetMode="External"/><Relationship Id="rId9" Type="http://schemas.openxmlformats.org/officeDocument/2006/relationships/hyperlink" Target="https://www.cloudflare.com/pt-br/learning/access-management/phishing-attack/" TargetMode="External"/><Relationship Id="rId5" Type="http://schemas.openxmlformats.org/officeDocument/2006/relationships/hyperlink" Target="https://www.ynetnews.com/article/BkYsNqQsP" TargetMode="External"/><Relationship Id="rId6" Type="http://schemas.openxmlformats.org/officeDocument/2006/relationships/hyperlink" Target="https://www.ynetnews.com/article/BkYsNqQsP" TargetMode="External"/><Relationship Id="rId7" Type="http://schemas.openxmlformats.org/officeDocument/2006/relationships/hyperlink" Target="https://www.calcalistech.com/ctech/articles/0,7340,L-3879492,00.html" TargetMode="External"/><Relationship Id="rId8" Type="http://schemas.openxmlformats.org/officeDocument/2006/relationships/hyperlink" Target="https://www.calcalistech.com/ctech/articles/0,7340,L-3879492,00.html" TargetMode="Externa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hyperlink" Target="https://www.illumio.com/pt-br/resource-center/ransomware-containment-explainer-video/" TargetMode="External"/><Relationship Id="rId4" Type="http://schemas.openxmlformats.org/officeDocument/2006/relationships/hyperlink" Target="https://www.youtube.com/watch?v=om1ovseihyI" TargetMode="Externa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13"/>
          <p:cNvSpPr txBox="1"/>
          <p:nvPr>
            <p:ph type="ctrTitle"/>
          </p:nvPr>
        </p:nvSpPr>
        <p:spPr>
          <a:xfrm>
            <a:off x="1846350" y="881300"/>
            <a:ext cx="5451300" cy="2388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latin typeface="Arial"/>
                <a:ea typeface="Arial"/>
                <a:cs typeface="Arial"/>
                <a:sym typeface="Arial"/>
              </a:rPr>
              <a:t>Seminário II - Segurança em Sistemas de Informação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0" name="Google Shape;280;p13"/>
          <p:cNvSpPr txBox="1"/>
          <p:nvPr>
            <p:ph idx="1" type="subTitle"/>
          </p:nvPr>
        </p:nvSpPr>
        <p:spPr>
          <a:xfrm>
            <a:off x="2598000" y="3674525"/>
            <a:ext cx="3948000" cy="47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latin typeface="Arial"/>
                <a:ea typeface="Arial"/>
                <a:cs typeface="Arial"/>
                <a:sym typeface="Arial"/>
              </a:rPr>
              <a:t>Aluno: Ramon Lopes de Queiroz</a:t>
            </a:r>
            <a:endParaRPr b="1" sz="18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14"/>
          <p:cNvSpPr txBox="1"/>
          <p:nvPr>
            <p:ph type="title"/>
          </p:nvPr>
        </p:nvSpPr>
        <p:spPr>
          <a:xfrm>
            <a:off x="270000" y="270000"/>
            <a:ext cx="8604000" cy="53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20">
                <a:latin typeface="Arial"/>
                <a:ea typeface="Arial"/>
                <a:cs typeface="Arial"/>
                <a:sym typeface="Arial"/>
              </a:rPr>
              <a:t>Introdução:</a:t>
            </a:r>
            <a:endParaRPr sz="222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" name="Google Shape;286;p14"/>
          <p:cNvSpPr txBox="1"/>
          <p:nvPr>
            <p:ph idx="1" type="body"/>
          </p:nvPr>
        </p:nvSpPr>
        <p:spPr>
          <a:xfrm>
            <a:off x="270000" y="1027750"/>
            <a:ext cx="8604000" cy="383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899999" lvl="0" marL="0" rtl="0" algn="just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pt-BR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r>
              <a:rPr lang="pt-BR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informação é um dos ativos mais valiosos para indivíduos e organizações. A segurança da informação deixou de ser um mero detalhe técnico para se tornar um pilar dos negócios. Neste contexto, a análise de incidentes reais torna-se uma ferramenta indispensável para a compreensão das vulnerabilidades e para o desenvolvimento de estratégias de defesa mais eficazes.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" name="Google Shape;287;p14"/>
          <p:cNvSpPr txBox="1"/>
          <p:nvPr>
            <p:ph idx="12" type="sldNum"/>
          </p:nvPr>
        </p:nvSpPr>
        <p:spPr>
          <a:xfrm>
            <a:off x="8595300" y="4803075"/>
            <a:ext cx="548700" cy="34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15"/>
          <p:cNvSpPr txBox="1"/>
          <p:nvPr>
            <p:ph type="title"/>
          </p:nvPr>
        </p:nvSpPr>
        <p:spPr>
          <a:xfrm>
            <a:off x="270000" y="270000"/>
            <a:ext cx="8604000" cy="75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20">
                <a:latin typeface="Arial"/>
                <a:ea typeface="Arial"/>
                <a:cs typeface="Arial"/>
                <a:sym typeface="Arial"/>
              </a:rPr>
              <a:t>Objetivo:</a:t>
            </a:r>
            <a:endParaRPr sz="222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3" name="Google Shape;293;p15"/>
          <p:cNvSpPr txBox="1"/>
          <p:nvPr>
            <p:ph idx="1" type="body"/>
          </p:nvPr>
        </p:nvSpPr>
        <p:spPr>
          <a:xfrm>
            <a:off x="270000" y="1027750"/>
            <a:ext cx="8604000" cy="383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899999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Analisar três estudos de caso de cibersegurança de alto impacto ocorridos em Israel, com o propósito de identificar as falhas de segurança, avaliar os impactos gerados e verificar o que poderia ser feito para a prevenção e qual foi a resposta a incidentes.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15"/>
          <p:cNvSpPr txBox="1"/>
          <p:nvPr>
            <p:ph idx="12" type="sldNum"/>
          </p:nvPr>
        </p:nvSpPr>
        <p:spPr>
          <a:xfrm>
            <a:off x="8595300" y="4803075"/>
            <a:ext cx="548700" cy="34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16"/>
          <p:cNvSpPr txBox="1"/>
          <p:nvPr>
            <p:ph type="title"/>
          </p:nvPr>
        </p:nvSpPr>
        <p:spPr>
          <a:xfrm>
            <a:off x="270000" y="270000"/>
            <a:ext cx="8604000" cy="6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pt-BR" sz="2220">
                <a:latin typeface="Arial"/>
                <a:ea typeface="Arial"/>
                <a:cs typeface="Arial"/>
                <a:sym typeface="Arial"/>
              </a:rPr>
              <a:t>Hacking:</a:t>
            </a:r>
            <a:endParaRPr sz="222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0" name="Google Shape;300;p16"/>
          <p:cNvSpPr txBox="1"/>
          <p:nvPr>
            <p:ph idx="1" type="body"/>
          </p:nvPr>
        </p:nvSpPr>
        <p:spPr>
          <a:xfrm>
            <a:off x="270000" y="1027750"/>
            <a:ext cx="8604000" cy="383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899999" rtl="0" algn="just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Uso indevido de dispositivos como computadores, smartphones, tablets e redes para causar danos ou corromper sistemas, coletar informações, roubar dados e documentos ou interromper atividades relacionadas a dados.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just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b="1" lang="pt-BR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Tipos de hackers:</a:t>
            </a:r>
            <a:endParaRPr b="1"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1" marL="914400" rtl="0" algn="just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</a:pPr>
            <a:r>
              <a:rPr lang="pt-BR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White Hats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1" marL="914400" rtl="0" algn="just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</a:pPr>
            <a:r>
              <a:rPr lang="pt-BR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Black Hats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1" marL="914400" rtl="0" algn="just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</a:pPr>
            <a:r>
              <a:rPr lang="pt-BR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Grey Hats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just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b="1" lang="pt-BR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Dispositivos mais vulneráveis:</a:t>
            </a:r>
            <a:endParaRPr b="1"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1" marL="914400" rtl="0" algn="just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</a:pPr>
            <a:r>
              <a:rPr lang="pt-BR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Webcams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1" marL="914400" rtl="0" algn="just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</a:pPr>
            <a:r>
              <a:rPr lang="pt-BR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Roteadores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1" marL="914400" rtl="0" algn="just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</a:pPr>
            <a:r>
              <a:rPr lang="pt-BR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Email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1" marL="914400" rtl="0" algn="just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</a:pPr>
            <a:r>
              <a:rPr lang="pt-BR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Telefones desbloqueados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1" name="Google Shape;301;p16"/>
          <p:cNvSpPr txBox="1"/>
          <p:nvPr>
            <p:ph idx="12" type="sldNum"/>
          </p:nvPr>
        </p:nvSpPr>
        <p:spPr>
          <a:xfrm>
            <a:off x="8595300" y="4803075"/>
            <a:ext cx="548700" cy="340500"/>
          </a:xfrm>
          <a:prstGeom prst="rect">
            <a:avLst/>
          </a:prstGeom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302" name="Google Shape;302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44176" y="2024350"/>
            <a:ext cx="2729825" cy="2729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17"/>
          <p:cNvSpPr txBox="1"/>
          <p:nvPr>
            <p:ph type="title"/>
          </p:nvPr>
        </p:nvSpPr>
        <p:spPr>
          <a:xfrm>
            <a:off x="270000" y="270000"/>
            <a:ext cx="4635900" cy="115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>
                <a:latin typeface="Arial"/>
                <a:ea typeface="Arial"/>
                <a:cs typeface="Arial"/>
                <a:sym typeface="Arial"/>
              </a:rPr>
              <a:t>Diferença de Ethical Hacker (Hacker) e Hacker (Cracker):</a:t>
            </a:r>
            <a:endParaRPr sz="22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8" name="Google Shape;308;p17"/>
          <p:cNvSpPr txBox="1"/>
          <p:nvPr>
            <p:ph idx="12" type="sldNum"/>
          </p:nvPr>
        </p:nvSpPr>
        <p:spPr>
          <a:xfrm>
            <a:off x="8595300" y="4803075"/>
            <a:ext cx="548700" cy="34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309" name="Google Shape;309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0000" y="1476099"/>
            <a:ext cx="4139101" cy="2191289"/>
          </a:xfrm>
          <a:prstGeom prst="rect">
            <a:avLst/>
          </a:prstGeom>
          <a:noFill/>
          <a:ln>
            <a:noFill/>
          </a:ln>
        </p:spPr>
      </p:pic>
      <p:pic>
        <p:nvPicPr>
          <p:cNvPr id="310" name="Google Shape;310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24146" y="79475"/>
            <a:ext cx="3471166" cy="47805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18"/>
          <p:cNvSpPr txBox="1"/>
          <p:nvPr>
            <p:ph type="title"/>
          </p:nvPr>
        </p:nvSpPr>
        <p:spPr>
          <a:xfrm>
            <a:off x="270000" y="270000"/>
            <a:ext cx="7030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pt-BR" sz="2220"/>
              <a:t>Hacktivismo contra Israel:</a:t>
            </a:r>
            <a:endParaRPr b="1" sz="2220"/>
          </a:p>
        </p:txBody>
      </p:sp>
      <p:sp>
        <p:nvSpPr>
          <p:cNvPr id="316" name="Google Shape;316;p18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18"/>
          <p:cNvSpPr txBox="1"/>
          <p:nvPr>
            <p:ph idx="12" type="sldNum"/>
          </p:nvPr>
        </p:nvSpPr>
        <p:spPr>
          <a:xfrm>
            <a:off x="8595300" y="4803075"/>
            <a:ext cx="548700" cy="34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318" name="Google Shape;318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9975" y="842700"/>
            <a:ext cx="7804053" cy="3960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3" name="Google Shape;323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57900" y="270000"/>
            <a:ext cx="1816100" cy="1135340"/>
          </a:xfrm>
          <a:prstGeom prst="rect">
            <a:avLst/>
          </a:prstGeom>
          <a:noFill/>
          <a:ln>
            <a:noFill/>
          </a:ln>
        </p:spPr>
      </p:pic>
      <p:sp>
        <p:nvSpPr>
          <p:cNvPr id="324" name="Google Shape;324;p19"/>
          <p:cNvSpPr txBox="1"/>
          <p:nvPr>
            <p:ph type="title"/>
          </p:nvPr>
        </p:nvSpPr>
        <p:spPr>
          <a:xfrm>
            <a:off x="270000" y="270000"/>
            <a:ext cx="8604000" cy="53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pt-BR" sz="2220">
                <a:latin typeface="Arial"/>
                <a:ea typeface="Arial"/>
                <a:cs typeface="Arial"/>
                <a:sym typeface="Arial"/>
              </a:rPr>
              <a:t>Caso 1: O Ataque à Seguradora Shirbit (2020):</a:t>
            </a:r>
            <a:endParaRPr sz="222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5" name="Google Shape;325;p19"/>
          <p:cNvSpPr txBox="1"/>
          <p:nvPr>
            <p:ph idx="1" type="body"/>
          </p:nvPr>
        </p:nvSpPr>
        <p:spPr>
          <a:xfrm>
            <a:off x="270000" y="921925"/>
            <a:ext cx="8604000" cy="393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457200" lvl="0" marL="457200" rtl="0" algn="just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BR" sz="2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Descrição do Incidente:</a:t>
            </a:r>
            <a:endParaRPr b="1" sz="2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just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b="1" lang="pt-BR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Incidente:</a:t>
            </a:r>
            <a:r>
              <a:rPr lang="pt-BR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Ataque massivo de </a:t>
            </a:r>
            <a:r>
              <a:rPr i="1" lang="pt-BR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ransomware</a:t>
            </a:r>
            <a:r>
              <a:rPr lang="pt-BR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em dezembro de 2020 à seguradora Shirbit, causado por um grupo de hackers chamados de “Black Shadow”.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b="1" lang="pt-BR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Ação:</a:t>
            </a:r>
            <a:r>
              <a:rPr lang="pt-BR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Roubo de grande volume de dados sensíveis de clientes, como documentos de identidade, registros médicos e informações de pagamento.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b="1" lang="pt-BR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Extorsão:</a:t>
            </a:r>
            <a:r>
              <a:rPr lang="pt-BR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O grupo exigiu um resgate de aproximadamente US$ 1 milhão em Bitcoin.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b="1" lang="pt-BR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Desfecho:</a:t>
            </a:r>
            <a:r>
              <a:rPr lang="pt-BR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Com a recusa do pagamento, os invasores iniciaram o vazamento dos dados em lotes na internet, afetando inclusive funcionários do setor público e judiciário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p19"/>
          <p:cNvSpPr txBox="1"/>
          <p:nvPr>
            <p:ph idx="12" type="sldNum"/>
          </p:nvPr>
        </p:nvSpPr>
        <p:spPr>
          <a:xfrm>
            <a:off x="8595300" y="4803075"/>
            <a:ext cx="548700" cy="34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20"/>
          <p:cNvSpPr txBox="1"/>
          <p:nvPr>
            <p:ph idx="12" type="sldNum"/>
          </p:nvPr>
        </p:nvSpPr>
        <p:spPr>
          <a:xfrm>
            <a:off x="8595300" y="4803075"/>
            <a:ext cx="548700" cy="34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332" name="Google Shape;332;p20" title="ataque ransomware slid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55638" y="278138"/>
            <a:ext cx="5032722" cy="4587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21"/>
          <p:cNvSpPr txBox="1"/>
          <p:nvPr>
            <p:ph type="title"/>
          </p:nvPr>
        </p:nvSpPr>
        <p:spPr>
          <a:xfrm>
            <a:off x="270000" y="270000"/>
            <a:ext cx="8604000" cy="53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pt-BR" sz="2220">
                <a:latin typeface="Arial"/>
                <a:ea typeface="Arial"/>
                <a:cs typeface="Arial"/>
                <a:sym typeface="Arial"/>
              </a:rPr>
              <a:t>Prejuízos Causados:</a:t>
            </a:r>
            <a:endParaRPr sz="222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8" name="Google Shape;338;p21"/>
          <p:cNvSpPr txBox="1"/>
          <p:nvPr>
            <p:ph idx="1" type="body"/>
          </p:nvPr>
        </p:nvSpPr>
        <p:spPr>
          <a:xfrm>
            <a:off x="270000" y="1027750"/>
            <a:ext cx="8604000" cy="383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899999" rtl="0" algn="just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pt-BR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Financeiros:</a:t>
            </a:r>
            <a:endParaRPr b="1"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1099" lvl="1" marL="630000" rtl="0" algn="just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</a:pPr>
            <a:r>
              <a:rPr lang="pt-BR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Custos elevados com investigação, remediação e fortalecimento da segurança.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1099" lvl="1" marL="6300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</a:pPr>
            <a:r>
              <a:rPr lang="pt-BR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Perda de clientes e receita.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1099" lvl="1" marL="6300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</a:pPr>
            <a:r>
              <a:rPr lang="pt-BR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Custos indiretos superaram o valor do resgate solicitado.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899999" lvl="0" marL="0" rtl="0" algn="just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pt-BR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Sociais:</a:t>
            </a:r>
            <a:endParaRPr b="1"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1" marL="914400" rtl="0" algn="just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</a:pPr>
            <a:r>
              <a:rPr lang="pt-BR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Geração de uma crise de confiança na segurança de infraestruturas críticas nacionais.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1" marL="9144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</a:pPr>
            <a:r>
              <a:rPr lang="pt-BR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Dano à imagem da empresa por falha na proteção de dados críticos.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9" name="Google Shape;339;p21"/>
          <p:cNvSpPr txBox="1"/>
          <p:nvPr>
            <p:ph idx="12" type="sldNum"/>
          </p:nvPr>
        </p:nvSpPr>
        <p:spPr>
          <a:xfrm>
            <a:off x="8595300" y="4803075"/>
            <a:ext cx="548700" cy="34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22"/>
          <p:cNvSpPr txBox="1"/>
          <p:nvPr>
            <p:ph type="title"/>
          </p:nvPr>
        </p:nvSpPr>
        <p:spPr>
          <a:xfrm>
            <a:off x="270000" y="270000"/>
            <a:ext cx="8604000" cy="54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pt-BR" sz="2220">
                <a:latin typeface="Arial"/>
                <a:ea typeface="Arial"/>
                <a:cs typeface="Arial"/>
                <a:sym typeface="Arial"/>
              </a:rPr>
              <a:t>Consequências:</a:t>
            </a:r>
            <a:endParaRPr sz="222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5" name="Google Shape;345;p22"/>
          <p:cNvSpPr txBox="1"/>
          <p:nvPr>
            <p:ph idx="1" type="body"/>
          </p:nvPr>
        </p:nvSpPr>
        <p:spPr>
          <a:xfrm>
            <a:off x="270000" y="1027750"/>
            <a:ext cx="8604000" cy="383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899999" rtl="0" algn="just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pt-BR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Para as Vítimas:</a:t>
            </a:r>
            <a:endParaRPr b="1"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1" marL="914400" rtl="0" algn="just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</a:pPr>
            <a:r>
              <a:rPr lang="pt-BR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Exposição a fraudes, roubo de identidade e chantagem.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1" marL="9144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</a:pPr>
            <a:r>
              <a:rPr lang="pt-BR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Constrangimento pela divulgação de informações privadas.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899999" rtl="0" algn="just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pt-BR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Para a Organização:</a:t>
            </a:r>
            <a:endParaRPr b="1"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1" marL="914400" rtl="0" algn="just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</a:pPr>
            <a:r>
              <a:rPr lang="pt-BR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Investigação rigorosa por órgãos reguladores.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1" marL="9144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</a:pPr>
            <a:r>
              <a:rPr lang="pt-BR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Responsabilização por negligência, resultando em sanções e risco de ações judiciais coletivas.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1" marL="9144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</a:pPr>
            <a:r>
              <a:rPr lang="pt-BR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Reputação foi manchada tanto para os clientes quanto para o governo;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6" name="Google Shape;346;p22"/>
          <p:cNvSpPr txBox="1"/>
          <p:nvPr>
            <p:ph idx="12" type="sldNum"/>
          </p:nvPr>
        </p:nvSpPr>
        <p:spPr>
          <a:xfrm>
            <a:off x="8595300" y="4803075"/>
            <a:ext cx="548700" cy="34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23"/>
          <p:cNvSpPr txBox="1"/>
          <p:nvPr>
            <p:ph type="title"/>
          </p:nvPr>
        </p:nvSpPr>
        <p:spPr>
          <a:xfrm>
            <a:off x="270000" y="270000"/>
            <a:ext cx="8604000" cy="52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pt-BR" sz="2220">
                <a:latin typeface="Arial"/>
                <a:ea typeface="Arial"/>
                <a:cs typeface="Arial"/>
                <a:sym typeface="Arial"/>
              </a:rPr>
              <a:t>Falhas de Segurança Existentes:</a:t>
            </a:r>
            <a:endParaRPr sz="222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2" name="Google Shape;352;p23"/>
          <p:cNvSpPr txBox="1"/>
          <p:nvPr>
            <p:ph idx="1" type="body"/>
          </p:nvPr>
        </p:nvSpPr>
        <p:spPr>
          <a:xfrm>
            <a:off x="270000" y="1027750"/>
            <a:ext cx="8604000" cy="383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899999" rtl="0" algn="just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investigação revelou a ausência de controles de segurança básicos: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499" lvl="0" marL="899999" rtl="0" algn="just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lang="pt-BR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Inexistência de um Diretor de Segurança da Informação (CISO) em tempo integral.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499" lvl="0" marL="899999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lang="pt-BR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Utilização de senhas fracas em sistemas críticos.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499" lvl="0" marL="899999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lang="pt-BR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Não implementação de autenticação de dois fatores (2FA).</a:t>
            </a:r>
            <a:endParaRPr b="1"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499" lvl="0" marL="899999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lang="pt-BR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Falta de segmentação de rede, o que facilitou o movimento lateral dos invasores após o acesso inicial.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3" name="Google Shape;353;p23"/>
          <p:cNvSpPr txBox="1"/>
          <p:nvPr>
            <p:ph idx="12" type="sldNum"/>
          </p:nvPr>
        </p:nvSpPr>
        <p:spPr>
          <a:xfrm>
            <a:off x="8595300" y="4803075"/>
            <a:ext cx="548700" cy="34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24"/>
          <p:cNvSpPr txBox="1"/>
          <p:nvPr>
            <p:ph idx="1" type="body"/>
          </p:nvPr>
        </p:nvSpPr>
        <p:spPr>
          <a:xfrm>
            <a:off x="270000" y="1027750"/>
            <a:ext cx="8604000" cy="383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457200" rtl="0" algn="just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499" lvl="0" marL="899999" rtl="0" algn="just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lang="pt-BR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Implementação de um plano de recuperação.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499" lvl="0" marL="899999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lang="pt-BR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Contratação de especialistas em cibersegurança para investigação.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499" lvl="0" marL="899999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lang="pt-BR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Reconstrução da infraestrutura de TI com protocolos de segurança mais rígidos.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499" lvl="0" marL="899999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lang="pt-BR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Melhoria dos sistemas de monitoramento e resposta a incidentes.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9" name="Google Shape;359;p24"/>
          <p:cNvSpPr txBox="1"/>
          <p:nvPr>
            <p:ph idx="12" type="sldNum"/>
          </p:nvPr>
        </p:nvSpPr>
        <p:spPr>
          <a:xfrm>
            <a:off x="8595300" y="4803075"/>
            <a:ext cx="548700" cy="34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360" name="Google Shape;360;p24"/>
          <p:cNvSpPr txBox="1"/>
          <p:nvPr>
            <p:ph type="title"/>
          </p:nvPr>
        </p:nvSpPr>
        <p:spPr>
          <a:xfrm>
            <a:off x="270000" y="270000"/>
            <a:ext cx="8604000" cy="53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pt-BR" sz="2220"/>
              <a:t>Ações Corretivas:</a:t>
            </a:r>
            <a:endParaRPr b="1" sz="222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5" name="Google Shape;365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87050" y="270000"/>
            <a:ext cx="986950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366" name="Google Shape;366;p25"/>
          <p:cNvSpPr txBox="1"/>
          <p:nvPr>
            <p:ph type="title"/>
          </p:nvPr>
        </p:nvSpPr>
        <p:spPr>
          <a:xfrm>
            <a:off x="270000" y="270000"/>
            <a:ext cx="7728600" cy="75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pt-BR" sz="222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Caso 2: Ataque ao Hillel Yaffe Medical Center (2021):</a:t>
            </a:r>
            <a:endParaRPr sz="222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7" name="Google Shape;367;p25"/>
          <p:cNvSpPr txBox="1"/>
          <p:nvPr>
            <p:ph idx="1" type="body"/>
          </p:nvPr>
        </p:nvSpPr>
        <p:spPr>
          <a:xfrm>
            <a:off x="270000" y="933675"/>
            <a:ext cx="8604000" cy="3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899999" rtl="0" algn="just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BR" sz="2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Descrição do Incidente:</a:t>
            </a:r>
            <a:r>
              <a:rPr lang="pt-BR" sz="2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2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just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b="1" lang="pt-BR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Incidente: </a:t>
            </a:r>
            <a:r>
              <a:rPr lang="pt-BR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Ataque de </a:t>
            </a:r>
            <a:r>
              <a:rPr i="1" lang="pt-BR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ransomware</a:t>
            </a:r>
            <a:r>
              <a:rPr lang="pt-BR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em outubro de 2021.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b="1" lang="pt-BR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Impacto:</a:t>
            </a:r>
            <a:r>
              <a:rPr lang="pt-BR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Paralisação completa dos sistemas de TI do hospital (cirurgias inclusive).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b="1" lang="pt-BR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Ação:</a:t>
            </a:r>
            <a:r>
              <a:rPr lang="pt-BR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Servidores e estações de trabalho foram criptografados.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b="1" lang="pt-BR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Extorsão:</a:t>
            </a:r>
            <a:r>
              <a:rPr lang="pt-BR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O grupo exigiu um resgate multimilionário.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b="1" lang="pt-BR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Desfecho:</a:t>
            </a:r>
            <a:r>
              <a:rPr lang="pt-BR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Com a ajuda do governo, o hospital conseguiu se recuperar e atualizar sua segurança. No entanto, levou um mês para recuperar os dados, nenhuma informação foi vazada, e nenhum equipamento médico vital foi afetado.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368" name="Google Shape;368;p25"/>
          <p:cNvSpPr txBox="1"/>
          <p:nvPr>
            <p:ph idx="12" type="sldNum"/>
          </p:nvPr>
        </p:nvSpPr>
        <p:spPr>
          <a:xfrm>
            <a:off x="8595300" y="4803075"/>
            <a:ext cx="548700" cy="34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26"/>
          <p:cNvSpPr txBox="1"/>
          <p:nvPr>
            <p:ph type="title"/>
          </p:nvPr>
        </p:nvSpPr>
        <p:spPr>
          <a:xfrm>
            <a:off x="270000" y="270000"/>
            <a:ext cx="4730100" cy="75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pt-BR" sz="222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Como Hospitais devem agir:</a:t>
            </a:r>
            <a:endParaRPr sz="222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4" name="Google Shape;374;p26"/>
          <p:cNvSpPr txBox="1"/>
          <p:nvPr>
            <p:ph idx="12" type="sldNum"/>
          </p:nvPr>
        </p:nvSpPr>
        <p:spPr>
          <a:xfrm>
            <a:off x="8595300" y="4803075"/>
            <a:ext cx="548700" cy="34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375" name="Google Shape;375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18000" y="270000"/>
            <a:ext cx="4556000" cy="4568651"/>
          </a:xfrm>
          <a:prstGeom prst="rect">
            <a:avLst/>
          </a:prstGeom>
          <a:noFill/>
          <a:ln>
            <a:noFill/>
          </a:ln>
        </p:spPr>
      </p:pic>
      <p:pic>
        <p:nvPicPr>
          <p:cNvPr id="376" name="Google Shape;376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0000" y="1554563"/>
            <a:ext cx="4013200" cy="20343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27"/>
          <p:cNvSpPr txBox="1"/>
          <p:nvPr>
            <p:ph type="title"/>
          </p:nvPr>
        </p:nvSpPr>
        <p:spPr>
          <a:xfrm>
            <a:off x="270000" y="270000"/>
            <a:ext cx="8604000" cy="75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Prejuízos:</a:t>
            </a:r>
            <a:endParaRPr sz="2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2" name="Google Shape;382;p27"/>
          <p:cNvSpPr txBox="1"/>
          <p:nvPr>
            <p:ph idx="1" type="body"/>
          </p:nvPr>
        </p:nvSpPr>
        <p:spPr>
          <a:xfrm>
            <a:off x="270000" y="1027800"/>
            <a:ext cx="8604000" cy="383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899999" rtl="0" algn="just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pt-BR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Prejuízos Operacionais:</a:t>
            </a:r>
            <a:endParaRPr b="1"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1" marL="914400" rtl="0" algn="just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</a:pPr>
            <a:r>
              <a:rPr lang="pt-BR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Interrupção crítica de serviços de saúde.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1" marL="9144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</a:pPr>
            <a:r>
              <a:rPr lang="pt-BR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Cancelamento de cirurgias, transferência de pacientes e retorno a registros manuais em papel.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899999" rtl="0" algn="just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pt-BR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Prejuízos Financeiros e Sociais:</a:t>
            </a:r>
            <a:endParaRPr b="1"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1" marL="914400" rtl="0" algn="just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</a:pPr>
            <a:r>
              <a:rPr lang="pt-BR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Custos elevados com recuperação e perda de receita.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1" marL="9144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</a:pPr>
            <a:r>
              <a:rPr lang="pt-BR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Pânico social e debate nacional sobre a vulnerabilidade do setor de saúde.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27"/>
          <p:cNvSpPr txBox="1"/>
          <p:nvPr>
            <p:ph idx="12" type="sldNum"/>
          </p:nvPr>
        </p:nvSpPr>
        <p:spPr>
          <a:xfrm>
            <a:off x="8595300" y="4803075"/>
            <a:ext cx="548700" cy="34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28"/>
          <p:cNvSpPr txBox="1"/>
          <p:nvPr>
            <p:ph type="title"/>
          </p:nvPr>
        </p:nvSpPr>
        <p:spPr>
          <a:xfrm>
            <a:off x="270000" y="270000"/>
            <a:ext cx="8604000" cy="75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pt-BR" sz="222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Consequências: </a:t>
            </a:r>
            <a:endParaRPr sz="222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9" name="Google Shape;389;p28"/>
          <p:cNvSpPr txBox="1"/>
          <p:nvPr>
            <p:ph idx="1" type="body"/>
          </p:nvPr>
        </p:nvSpPr>
        <p:spPr>
          <a:xfrm>
            <a:off x="270000" y="1027800"/>
            <a:ext cx="8604000" cy="383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899999" rtl="0" algn="just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pt-BR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Para os Pacientes:</a:t>
            </a:r>
            <a:endParaRPr b="1"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1" marL="914400" rtl="0" algn="just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</a:pPr>
            <a:r>
              <a:rPr lang="pt-BR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Tratamentos adiados e risco de agravamento de condições de saúde.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1" marL="9144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</a:pPr>
            <a:r>
              <a:rPr lang="pt-BR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Aumento do risco de erros médicos pela falta de acesso a prontuários.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899999" rtl="0" algn="just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pt-BR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Para a Organização:</a:t>
            </a:r>
            <a:endParaRPr b="1"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1" marL="914400" rtl="0" algn="just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</a:pPr>
            <a:r>
              <a:rPr lang="pt-BR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 processo de recuperação levou semanas.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1" marL="9144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</a:pPr>
            <a:r>
              <a:rPr lang="pt-BR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 incidente motivou a exigência de padrões de segurança mais elevados para todo o setor de saúde em Israel.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390" name="Google Shape;390;p28"/>
          <p:cNvSpPr txBox="1"/>
          <p:nvPr>
            <p:ph idx="12" type="sldNum"/>
          </p:nvPr>
        </p:nvSpPr>
        <p:spPr>
          <a:xfrm>
            <a:off x="8595300" y="4803075"/>
            <a:ext cx="548700" cy="34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29"/>
          <p:cNvSpPr txBox="1"/>
          <p:nvPr>
            <p:ph type="title"/>
          </p:nvPr>
        </p:nvSpPr>
        <p:spPr>
          <a:xfrm>
            <a:off x="270000" y="270000"/>
            <a:ext cx="8604000" cy="75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pt-BR" sz="2220">
                <a:latin typeface="Arial"/>
                <a:ea typeface="Arial"/>
                <a:cs typeface="Arial"/>
                <a:sym typeface="Arial"/>
              </a:rPr>
              <a:t>Falhas de Segurança:</a:t>
            </a:r>
            <a:endParaRPr sz="222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6" name="Google Shape;396;p29"/>
          <p:cNvSpPr txBox="1"/>
          <p:nvPr>
            <p:ph idx="1" type="body"/>
          </p:nvPr>
        </p:nvSpPr>
        <p:spPr>
          <a:xfrm>
            <a:off x="270000" y="1027750"/>
            <a:ext cx="8604000" cy="383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899999" rtl="0" algn="just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As investigações apontaram possíveis vetores de entrada que poderiam ter sido mitigados: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899999" rtl="0" algn="just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Vulnerabilidade em sistema legado ou ataque de </a:t>
            </a:r>
            <a:r>
              <a:rPr i="1" lang="pt-BR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phishing</a:t>
            </a:r>
            <a:r>
              <a:rPr lang="pt-BR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899999" rtl="0" algn="just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pt-BR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Medidas Preventivas que Deveriam Existir:</a:t>
            </a:r>
            <a:endParaRPr b="1"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58899" lvl="1" marL="1260000" rtl="0" algn="just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</a:pPr>
            <a:r>
              <a:rPr lang="pt-BR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Programa contínuo de conscientização e treinamento contra </a:t>
            </a:r>
            <a:r>
              <a:rPr i="1" lang="pt-BR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phishing</a:t>
            </a:r>
            <a:r>
              <a:rPr lang="pt-BR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58899" lvl="1" marL="12600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</a:pPr>
            <a:r>
              <a:rPr lang="pt-BR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Gerenciamento rigoroso de atualizações (</a:t>
            </a:r>
            <a:r>
              <a:rPr i="1" lang="pt-BR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patches</a:t>
            </a:r>
            <a:r>
              <a:rPr lang="pt-BR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 de segurança.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58899" lvl="1" marL="12600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</a:pPr>
            <a:r>
              <a:rPr lang="pt-BR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Implementação de uma arquitetura de "confiança zero" (</a:t>
            </a:r>
            <a:r>
              <a:rPr i="1" lang="pt-BR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Zero Trust</a:t>
            </a:r>
            <a:r>
              <a:rPr lang="pt-BR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 para limitar a propagação de um ataque.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397" name="Google Shape;397;p29"/>
          <p:cNvSpPr txBox="1"/>
          <p:nvPr>
            <p:ph idx="12" type="sldNum"/>
          </p:nvPr>
        </p:nvSpPr>
        <p:spPr>
          <a:xfrm>
            <a:off x="8595300" y="4803075"/>
            <a:ext cx="548700" cy="34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30"/>
          <p:cNvSpPr txBox="1"/>
          <p:nvPr>
            <p:ph idx="12" type="sldNum"/>
          </p:nvPr>
        </p:nvSpPr>
        <p:spPr>
          <a:xfrm>
            <a:off x="8595300" y="4803075"/>
            <a:ext cx="548700" cy="34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403" name="Google Shape;403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56750" y="738600"/>
            <a:ext cx="7030502" cy="36662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31"/>
          <p:cNvSpPr txBox="1"/>
          <p:nvPr>
            <p:ph type="title"/>
          </p:nvPr>
        </p:nvSpPr>
        <p:spPr>
          <a:xfrm>
            <a:off x="270000" y="270000"/>
            <a:ext cx="8604000" cy="75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pt-BR" sz="222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pt-BR" sz="222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Ações Corretivas:</a:t>
            </a:r>
            <a:endParaRPr sz="222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2520"/>
          </a:p>
        </p:txBody>
      </p:sp>
      <p:sp>
        <p:nvSpPr>
          <p:cNvPr id="409" name="Google Shape;409;p31"/>
          <p:cNvSpPr txBox="1"/>
          <p:nvPr>
            <p:ph idx="1" type="body"/>
          </p:nvPr>
        </p:nvSpPr>
        <p:spPr>
          <a:xfrm>
            <a:off x="270000" y="957200"/>
            <a:ext cx="8604000" cy="39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914400" rtl="0" algn="just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499" lvl="1" marL="899999" rtl="0" algn="just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</a:pPr>
            <a:r>
              <a:rPr lang="pt-BR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Restauração gradual dos sistemas a partir de </a:t>
            </a:r>
            <a:r>
              <a:rPr i="1" lang="pt-BR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backups</a:t>
            </a:r>
            <a:r>
              <a:rPr lang="pt-BR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499" lvl="1" marL="899999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</a:pPr>
            <a:r>
              <a:rPr lang="pt-BR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Reconstrução da infraestrutura de rede.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499" lvl="1" marL="899999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</a:pPr>
            <a:r>
              <a:rPr lang="pt-BR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Anúncio de um plano de investimento governamental para a cibersegurança em hospitais.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0" name="Google Shape;410;p31"/>
          <p:cNvSpPr txBox="1"/>
          <p:nvPr>
            <p:ph idx="12" type="sldNum"/>
          </p:nvPr>
        </p:nvSpPr>
        <p:spPr>
          <a:xfrm>
            <a:off x="8595300" y="4803075"/>
            <a:ext cx="548700" cy="34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32"/>
          <p:cNvSpPr txBox="1"/>
          <p:nvPr>
            <p:ph type="title"/>
          </p:nvPr>
        </p:nvSpPr>
        <p:spPr>
          <a:xfrm>
            <a:off x="270000" y="270000"/>
            <a:ext cx="8604000" cy="75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pt-BR" sz="222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Caso 3 - Vazamento De Dados Do Site ATRAF (2021):</a:t>
            </a:r>
            <a:endParaRPr sz="222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6" name="Google Shape;416;p32"/>
          <p:cNvSpPr txBox="1"/>
          <p:nvPr>
            <p:ph idx="1" type="body"/>
          </p:nvPr>
        </p:nvSpPr>
        <p:spPr>
          <a:xfrm>
            <a:off x="270000" y="921925"/>
            <a:ext cx="8604000" cy="393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899999" rtl="0" algn="just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BR" sz="2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Descrição do Incidente:</a:t>
            </a:r>
            <a:endParaRPr b="1" sz="2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just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b="1" lang="pt-BR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Incidente:</a:t>
            </a:r>
            <a:r>
              <a:rPr lang="pt-BR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Ataque à empresa de hospedagem Cyberserve em outubro de 2021, pelo grupo "Black Shadow".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b="1" lang="pt-BR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Alvo:</a:t>
            </a:r>
            <a:r>
              <a:rPr lang="pt-BR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O site de relacionamentos LGBTQ+ Atraf.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b="1" lang="pt-BR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Ação:</a:t>
            </a:r>
            <a:r>
              <a:rPr lang="pt-BR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Vazamento de dados altamente pessoais de cerca de 1.000 usuários, incluindo nomes, localizações e status de HIV.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b="1" lang="pt-BR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Extorsão:</a:t>
            </a:r>
            <a:r>
              <a:rPr lang="pt-BR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 ação foi realizada como uma maneira de extorsão digital contra a Cyberserve.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b="1" lang="pt-BR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Desfecho:</a:t>
            </a:r>
            <a:r>
              <a:rPr lang="pt-BR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 reputação do ATRAF e do Cyberserve foi destruída, e o site do ATRAF foi fechado.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7" name="Google Shape;417;p32"/>
          <p:cNvSpPr txBox="1"/>
          <p:nvPr>
            <p:ph idx="12" type="sldNum"/>
          </p:nvPr>
        </p:nvSpPr>
        <p:spPr>
          <a:xfrm>
            <a:off x="8595300" y="4803075"/>
            <a:ext cx="548700" cy="34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418" name="Google Shape;418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57450" y="270000"/>
            <a:ext cx="816550" cy="56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33"/>
          <p:cNvSpPr txBox="1"/>
          <p:nvPr>
            <p:ph type="title"/>
          </p:nvPr>
        </p:nvSpPr>
        <p:spPr>
          <a:xfrm>
            <a:off x="270000" y="270000"/>
            <a:ext cx="8604000" cy="75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pt-BR" sz="222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Prejuízos:</a:t>
            </a:r>
            <a:endParaRPr sz="222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4" name="Google Shape;424;p33"/>
          <p:cNvSpPr txBox="1"/>
          <p:nvPr>
            <p:ph idx="1" type="body"/>
          </p:nvPr>
        </p:nvSpPr>
        <p:spPr>
          <a:xfrm>
            <a:off x="270000" y="1027750"/>
            <a:ext cx="8604000" cy="383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899999" rtl="0" algn="just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pt-BR" sz="1400">
                <a:solidFill>
                  <a:srgbClr val="000000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Prejuízos Sociais e Pessoais (os mais graves):</a:t>
            </a:r>
            <a:endParaRPr b="1" sz="1400">
              <a:solidFill>
                <a:srgbClr val="000000"/>
              </a:solidFill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17499" lvl="0" marL="899999" rtl="0" algn="just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lang="pt-BR" sz="1400">
                <a:solidFill>
                  <a:srgbClr val="000000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Dano psicológico e social imensurável às vítimas.</a:t>
            </a:r>
            <a:endParaRPr sz="1400">
              <a:solidFill>
                <a:srgbClr val="000000"/>
              </a:solidFill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17499" lvl="0" marL="899999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lang="pt-BR" sz="1400">
                <a:solidFill>
                  <a:srgbClr val="000000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Grave violação de privacidade e exposição a estigmas.</a:t>
            </a:r>
            <a:endParaRPr sz="1400">
              <a:solidFill>
                <a:srgbClr val="000000"/>
              </a:solidFill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899999" rtl="0" algn="just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pt-BR" sz="1400">
                <a:solidFill>
                  <a:srgbClr val="000000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Prejuízos Reputacionais e Financeiros:</a:t>
            </a:r>
            <a:endParaRPr b="1" sz="1400">
              <a:solidFill>
                <a:srgbClr val="000000"/>
              </a:solidFill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17499" lvl="0" marL="899999" rtl="0" algn="just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lang="pt-BR" sz="1400">
                <a:solidFill>
                  <a:srgbClr val="000000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Destruição da reputação da Cyberserve e do Atraf, inviabilizando suas operações.</a:t>
            </a:r>
            <a:endParaRPr sz="1400">
              <a:solidFill>
                <a:srgbClr val="000000"/>
              </a:solidFill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5" name="Google Shape;425;p33"/>
          <p:cNvSpPr txBox="1"/>
          <p:nvPr>
            <p:ph idx="12" type="sldNum"/>
          </p:nvPr>
        </p:nvSpPr>
        <p:spPr>
          <a:xfrm>
            <a:off x="8595300" y="4803075"/>
            <a:ext cx="548700" cy="34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34"/>
          <p:cNvSpPr txBox="1"/>
          <p:nvPr>
            <p:ph type="title"/>
          </p:nvPr>
        </p:nvSpPr>
        <p:spPr>
          <a:xfrm>
            <a:off x="270000" y="270000"/>
            <a:ext cx="8604000" cy="75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pt-BR" sz="222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Consequências:</a:t>
            </a:r>
            <a:endParaRPr sz="222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1" name="Google Shape;431;p34"/>
          <p:cNvSpPr txBox="1"/>
          <p:nvPr>
            <p:ph idx="1" type="body"/>
          </p:nvPr>
        </p:nvSpPr>
        <p:spPr>
          <a:xfrm>
            <a:off x="270000" y="1027750"/>
            <a:ext cx="8604000" cy="383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899999" rtl="0" algn="just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pt-BR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Para as Vítimas:</a:t>
            </a:r>
            <a:endParaRPr b="1"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1" marL="914400" rtl="0" algn="just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</a:pPr>
            <a:r>
              <a:rPr lang="pt-BR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Risco de chantagem, discriminação e </a:t>
            </a:r>
            <a:r>
              <a:rPr i="1" lang="pt-BR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outing</a:t>
            </a:r>
            <a:r>
              <a:rPr lang="pt-BR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(exposição da orientação sexual sem consentimento).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1" marL="9144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</a:pPr>
            <a:r>
              <a:rPr lang="pt-BR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Aumento da procura por suporte psicológico em linhas de emergência.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899999" rtl="0" algn="just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pt-BR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Para as Organizações:</a:t>
            </a:r>
            <a:endParaRPr b="1"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1" marL="914400" rtl="0" algn="just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</a:pPr>
            <a:r>
              <a:rPr lang="pt-BR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Cyberserve e o Atraf tiveram suas operações inviabilizadas pela perda de confiança.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432" name="Google Shape;432;p34"/>
          <p:cNvSpPr txBox="1"/>
          <p:nvPr>
            <p:ph idx="12" type="sldNum"/>
          </p:nvPr>
        </p:nvSpPr>
        <p:spPr>
          <a:xfrm>
            <a:off x="8595300" y="4803075"/>
            <a:ext cx="548700" cy="34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35"/>
          <p:cNvSpPr txBox="1"/>
          <p:nvPr>
            <p:ph type="title"/>
          </p:nvPr>
        </p:nvSpPr>
        <p:spPr>
          <a:xfrm>
            <a:off x="270000" y="270000"/>
            <a:ext cx="8604000" cy="75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pt-BR" sz="222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Falhas de Segurança:</a:t>
            </a:r>
            <a:endParaRPr sz="222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8" name="Google Shape;438;p35"/>
          <p:cNvSpPr txBox="1"/>
          <p:nvPr>
            <p:ph idx="1" type="body"/>
          </p:nvPr>
        </p:nvSpPr>
        <p:spPr>
          <a:xfrm>
            <a:off x="270000" y="1027800"/>
            <a:ext cx="8604000" cy="383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899999" rtl="0" algn="just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 incidente expôs falhas críticas na proteção de dados sensíveis: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899999" rtl="0" algn="just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pt-BR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Na Empresa de Hospedagem (Cyberserve):</a:t>
            </a:r>
            <a:endParaRPr b="1"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1" marL="914400" rtl="0" algn="just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</a:pPr>
            <a:r>
              <a:rPr lang="pt-BR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Ausência de criptografia robusta para dados em repouso.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1" marL="9144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</a:pPr>
            <a:r>
              <a:rPr lang="pt-BR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Falha no monitoramento contínuo de atividades suspeitas na rede.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899999" rtl="0" algn="just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pt-BR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 Site (Atraf):</a:t>
            </a:r>
            <a:endParaRPr b="1"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1" marL="914400" rtl="0" algn="just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</a:pPr>
            <a:r>
              <a:rPr lang="pt-BR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Não utilização de técnicas de anonimização ou pseudo-anonimização de dados para desassociar identidades reais de informações sensíveis, o que poderia ter limitado o dano.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439" name="Google Shape;439;p35"/>
          <p:cNvSpPr txBox="1"/>
          <p:nvPr>
            <p:ph idx="12" type="sldNum"/>
          </p:nvPr>
        </p:nvSpPr>
        <p:spPr>
          <a:xfrm>
            <a:off x="8595300" y="4803075"/>
            <a:ext cx="548700" cy="34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36"/>
          <p:cNvSpPr txBox="1"/>
          <p:nvPr>
            <p:ph type="title"/>
          </p:nvPr>
        </p:nvSpPr>
        <p:spPr>
          <a:xfrm>
            <a:off x="270000" y="270000"/>
            <a:ext cx="8604000" cy="75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pt-BR" sz="222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Ações Corretivas:</a:t>
            </a:r>
            <a:endParaRPr sz="222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5" name="Google Shape;445;p36"/>
          <p:cNvSpPr txBox="1"/>
          <p:nvPr>
            <p:ph idx="1" type="body"/>
          </p:nvPr>
        </p:nvSpPr>
        <p:spPr>
          <a:xfrm>
            <a:off x="270000" y="945450"/>
            <a:ext cx="8604000" cy="391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171450" lvl="0" marL="360000" rtl="0" algn="just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58899" lvl="1" marL="899999" rtl="0" algn="just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</a:pPr>
            <a:r>
              <a:rPr lang="pt-BR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Mobilização de ONGs para oferecer suporte legal e psicológico às vítimas.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58899" lvl="1" marL="899999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</a:pPr>
            <a:r>
              <a:rPr lang="pt-BR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Início de investigação pela Autoridade de Proteção de Privacidade sobre a responsabilidade da empresa de hospedagem.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6" name="Google Shape;446;p36"/>
          <p:cNvSpPr txBox="1"/>
          <p:nvPr>
            <p:ph idx="12" type="sldNum"/>
          </p:nvPr>
        </p:nvSpPr>
        <p:spPr>
          <a:xfrm>
            <a:off x="8595300" y="4803075"/>
            <a:ext cx="548700" cy="34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p37"/>
          <p:cNvSpPr txBox="1"/>
          <p:nvPr>
            <p:ph type="title"/>
          </p:nvPr>
        </p:nvSpPr>
        <p:spPr>
          <a:xfrm>
            <a:off x="270000" y="270000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pt-BR" sz="222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Conclusão</a:t>
            </a:r>
            <a:r>
              <a:rPr b="1" lang="pt-BR" sz="2220"/>
              <a:t>:</a:t>
            </a:r>
            <a:endParaRPr b="1" sz="2220"/>
          </a:p>
        </p:txBody>
      </p:sp>
      <p:sp>
        <p:nvSpPr>
          <p:cNvPr id="452" name="Google Shape;452;p37"/>
          <p:cNvSpPr txBox="1"/>
          <p:nvPr>
            <p:ph idx="1" type="body"/>
          </p:nvPr>
        </p:nvSpPr>
        <p:spPr>
          <a:xfrm>
            <a:off x="270000" y="1345250"/>
            <a:ext cx="8604000" cy="35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45720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Através da análise individual dos casos estudados, foi possível concluir que, uma vez que ataques hackers, vazamento de dados e interrupções de serviços, tem se tornado cada vez mais frequentes e podem causar danos irreparáveis, o investimento em  proteção e </a:t>
            </a:r>
            <a:r>
              <a:rPr lang="pt-BR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cibersegurança se torna cada vez mais necessário.</a:t>
            </a:r>
            <a:endParaRPr sz="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453" name="Google Shape;453;p37"/>
          <p:cNvSpPr txBox="1"/>
          <p:nvPr>
            <p:ph idx="12" type="sldNum"/>
          </p:nvPr>
        </p:nvSpPr>
        <p:spPr>
          <a:xfrm>
            <a:off x="8595300" y="4803075"/>
            <a:ext cx="548700" cy="34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38"/>
          <p:cNvSpPr txBox="1"/>
          <p:nvPr>
            <p:ph type="title"/>
          </p:nvPr>
        </p:nvSpPr>
        <p:spPr>
          <a:xfrm>
            <a:off x="270000" y="270000"/>
            <a:ext cx="8604000" cy="75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pt-BR" sz="222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Referências Bibliográficas:</a:t>
            </a:r>
            <a:endParaRPr sz="222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9" name="Google Shape;459;p38"/>
          <p:cNvSpPr txBox="1"/>
          <p:nvPr>
            <p:ph idx="1" type="body"/>
          </p:nvPr>
        </p:nvSpPr>
        <p:spPr>
          <a:xfrm>
            <a:off x="270000" y="1309975"/>
            <a:ext cx="8604000" cy="354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BLACK Shadow hackers leak data of Israeli LGBTQ dating site users. </a:t>
            </a:r>
            <a:r>
              <a:rPr b="1" lang="pt-BR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BBC News</a:t>
            </a:r>
            <a:r>
              <a:rPr lang="pt-BR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30 out. 2021.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just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HACKERS publish sensitive info of users on Israeli LGBTQ dating app. </a:t>
            </a:r>
            <a:r>
              <a:rPr b="1" lang="pt-BR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Jerusalem Post</a:t>
            </a:r>
            <a:r>
              <a:rPr lang="pt-BR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30 out. 2021.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just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INSURANCE firm Shirbit hit by major hack, client info posted online. </a:t>
            </a:r>
            <a:r>
              <a:rPr b="1" lang="pt-BR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Times of Israel</a:t>
            </a:r>
            <a:r>
              <a:rPr lang="pt-BR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1 dez. 2020.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just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ISRAELI hospital under cyber attack, patient data may be compromised. </a:t>
            </a:r>
            <a:r>
              <a:rPr b="1" lang="pt-BR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Reuters</a:t>
            </a:r>
            <a:r>
              <a:rPr lang="pt-BR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13 out. 2021.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just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RANSOMWARE Attack on Israeli Hospital Grinds Treatment to a Halt. </a:t>
            </a:r>
            <a:r>
              <a:rPr b="1" lang="pt-BR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Haaretz</a:t>
            </a:r>
            <a:r>
              <a:rPr lang="pt-BR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14 out. 2021.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just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REGULATOR finds severe deficiencies in Shirbit's information security. </a:t>
            </a:r>
            <a:r>
              <a:rPr b="1" lang="pt-BR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Calcalistech</a:t>
            </a:r>
            <a:r>
              <a:rPr lang="pt-BR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21 jun. 2021.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460" name="Google Shape;460;p38"/>
          <p:cNvSpPr txBox="1"/>
          <p:nvPr>
            <p:ph idx="12" type="sldNum"/>
          </p:nvPr>
        </p:nvSpPr>
        <p:spPr>
          <a:xfrm>
            <a:off x="8595300" y="4803075"/>
            <a:ext cx="548700" cy="34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39"/>
          <p:cNvSpPr txBox="1"/>
          <p:nvPr>
            <p:ph idx="1" type="body"/>
          </p:nvPr>
        </p:nvSpPr>
        <p:spPr>
          <a:xfrm>
            <a:off x="270000" y="270000"/>
            <a:ext cx="8604000" cy="458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899999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FORTINET. Hacking: definição, tipos, segurança e muito mais. </a:t>
            </a:r>
            <a:r>
              <a:rPr b="1" lang="pt-BR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Fortinet</a:t>
            </a:r>
            <a:r>
              <a:rPr lang="pt-BR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[2025?]. Disponível em:</a:t>
            </a:r>
            <a:r>
              <a:rPr lang="pt-BR" sz="1500">
                <a:solidFill>
                  <a:srgbClr val="000000"/>
                </a:solidFill>
                <a:uFill>
                  <a:noFill/>
                </a:uFill>
                <a:latin typeface="Arial"/>
                <a:ea typeface="Arial"/>
                <a:cs typeface="Arial"/>
                <a:sym typeface="Arial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pt-BR" sz="15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4"/>
              </a:rPr>
              <a:t>https://www.fortinet.com/br/resources/cyberglossary/what-is-hacking</a:t>
            </a:r>
            <a:r>
              <a:rPr lang="pt-BR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 Acesso em: 20 out. 2025.</a:t>
            </a:r>
            <a:endParaRPr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899999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HACKTIVIST Cyber Attacks in the Iran-Israel Conflict. </a:t>
            </a:r>
            <a:r>
              <a:rPr b="1" lang="pt-BR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NSFOCUS Global</a:t>
            </a:r>
            <a:r>
              <a:rPr lang="pt-BR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19 abr. 2024. Disponível em:</a:t>
            </a:r>
            <a:r>
              <a:rPr lang="pt-BR" sz="1500">
                <a:solidFill>
                  <a:srgbClr val="000000"/>
                </a:solidFill>
                <a:uFill>
                  <a:noFill/>
                </a:uFill>
                <a:latin typeface="Arial"/>
                <a:ea typeface="Arial"/>
                <a:cs typeface="Arial"/>
                <a:sym typeface="Arial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pt-BR" sz="15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6"/>
              </a:rPr>
              <a:t>https://nsfocusglobal.com/pt-br/the-hacktivist-cyber-attacks-in-the-iran-israel-conflict/</a:t>
            </a:r>
            <a:r>
              <a:rPr lang="pt-BR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 Acesso em: 20 out. 2025.</a:t>
            </a:r>
            <a:endParaRPr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LEARN Ethical Hacking Vs Malicious Hacking. </a:t>
            </a:r>
            <a:r>
              <a:rPr b="1" lang="pt-BR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SlideShare</a:t>
            </a:r>
            <a:r>
              <a:rPr lang="pt-BR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2 abr. 2024. Disponível em:</a:t>
            </a:r>
            <a:r>
              <a:rPr lang="pt-BR" sz="1500">
                <a:solidFill>
                  <a:srgbClr val="000000"/>
                </a:solidFill>
                <a:uFill>
                  <a:noFill/>
                </a:uFill>
                <a:latin typeface="Arial"/>
                <a:ea typeface="Arial"/>
                <a:cs typeface="Arial"/>
                <a:sym typeface="Arial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pt-BR" sz="15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8"/>
              </a:rPr>
              <a:t>https://pt.slideshare.net/slideshow/learn-ethical-hacking-vs-malicious-hacking/267450063</a:t>
            </a:r>
            <a:r>
              <a:rPr lang="pt-BR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 Acesso em: 20 out. 2025.</a:t>
            </a:r>
            <a:endParaRPr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OPISRAEL 2025: hacktivist coordination intensifies ahead of April 7. </a:t>
            </a:r>
            <a:r>
              <a:rPr b="1" lang="pt-BR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Radware</a:t>
            </a:r>
            <a:r>
              <a:rPr lang="pt-BR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28 mar. 2025. Disponível em:</a:t>
            </a:r>
            <a:r>
              <a:rPr lang="pt-BR" sz="1500">
                <a:solidFill>
                  <a:srgbClr val="000000"/>
                </a:solidFill>
                <a:uFill>
                  <a:noFill/>
                </a:uFill>
                <a:latin typeface="Arial"/>
                <a:ea typeface="Arial"/>
                <a:cs typeface="Arial"/>
                <a:sym typeface="Arial"/>
                <a:hlinkClick r:id="rId9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pt-BR" sz="15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10"/>
              </a:rPr>
              <a:t>https://www.radware.com/security/threat-advisories-and-attack-reports/opisrael-2025-hacktivist-coordination-intensifies-ahead-of-april-7/</a:t>
            </a:r>
            <a:r>
              <a:rPr lang="pt-BR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 Acesso em: 20 out. 2025.</a:t>
            </a:r>
            <a:endParaRPr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54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</p:txBody>
      </p:sp>
      <p:sp>
        <p:nvSpPr>
          <p:cNvPr id="466" name="Google Shape;466;p39"/>
          <p:cNvSpPr txBox="1"/>
          <p:nvPr>
            <p:ph idx="12" type="sldNum"/>
          </p:nvPr>
        </p:nvSpPr>
        <p:spPr>
          <a:xfrm>
            <a:off x="8595300" y="4803075"/>
            <a:ext cx="548700" cy="34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0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40"/>
          <p:cNvSpPr txBox="1"/>
          <p:nvPr>
            <p:ph idx="1" type="body"/>
          </p:nvPr>
        </p:nvSpPr>
        <p:spPr>
          <a:xfrm>
            <a:off x="270000" y="270000"/>
            <a:ext cx="8604000" cy="459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899999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RECOVERING from a cyber incident: how can hospitals react? </a:t>
            </a:r>
            <a:r>
              <a:rPr b="1" lang="pt-BR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Atlas Digitale Gesundheitswirtschaft</a:t>
            </a:r>
            <a:r>
              <a:rPr lang="pt-BR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12 fev. 2025. Disponível em:</a:t>
            </a:r>
            <a:r>
              <a:rPr lang="pt-BR" sz="1400">
                <a:solidFill>
                  <a:srgbClr val="000000"/>
                </a:solidFill>
                <a:uFill>
                  <a:noFill/>
                </a:uFill>
                <a:latin typeface="Arial"/>
                <a:ea typeface="Arial"/>
                <a:cs typeface="Arial"/>
                <a:sym typeface="Arial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pt-BR" sz="1400" u="sng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https://www.atlas-digitale-gesundheitswirtschaft.de/blog/2025/02/12/recovering-from-a-cyber-incident-how-can-hospitals-react/</a:t>
            </a:r>
            <a:r>
              <a:rPr lang="pt-BR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 Acesso em: 20 out. 2025.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SOLOMON, Shoshanna. Insurance firm Shirbit hit by major hack, client info posted online. </a:t>
            </a:r>
            <a:r>
              <a:rPr b="1" lang="pt-BR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Times of Israel</a:t>
            </a:r>
            <a:r>
              <a:rPr lang="pt-BR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1 dez. 2020. Disponível em:</a:t>
            </a:r>
            <a:r>
              <a:rPr lang="pt-BR" sz="1400">
                <a:solidFill>
                  <a:srgbClr val="000000"/>
                </a:solidFill>
                <a:uFill>
                  <a:noFill/>
                </a:uFill>
                <a:latin typeface="Arial"/>
                <a:ea typeface="Arial"/>
                <a:cs typeface="Arial"/>
                <a:sym typeface="Arial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pt-BR" sz="1400" u="sng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https://www.ynetnews.com/article/BkYsNqQsP</a:t>
            </a:r>
            <a:r>
              <a:rPr lang="pt-BR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 Acesso em: 20 out. 2025.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ZIV, Amitai. Regulator finds severe deficiencies in Shirbit's information security. </a:t>
            </a:r>
            <a:r>
              <a:rPr b="1" lang="pt-BR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Calcalistech</a:t>
            </a:r>
            <a:r>
              <a:rPr lang="pt-BR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21 jun. 2021. Disponível em:</a:t>
            </a:r>
            <a:r>
              <a:rPr lang="pt-BR" sz="1400">
                <a:solidFill>
                  <a:srgbClr val="000000"/>
                </a:solidFill>
                <a:uFill>
                  <a:noFill/>
                </a:uFill>
                <a:latin typeface="Arial"/>
                <a:ea typeface="Arial"/>
                <a:cs typeface="Arial"/>
                <a:sym typeface="Arial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pt-BR" sz="1400" u="sng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  <a:hlinkClick r:id="rId8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https://www.calcalistech.com/ctech/articles/0,7340,L-3879492,00.html</a:t>
            </a:r>
            <a:r>
              <a:rPr lang="pt-BR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 Acesso em: 20 out. 2025.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 QUE é um ataque de phishing? </a:t>
            </a:r>
            <a:r>
              <a:rPr b="1" lang="pt-BR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Cloudflare</a:t>
            </a:r>
            <a:r>
              <a:rPr lang="pt-BR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 Disponível em:</a:t>
            </a:r>
            <a:r>
              <a:rPr lang="pt-BR" sz="1400">
                <a:solidFill>
                  <a:srgbClr val="000000"/>
                </a:solidFill>
                <a:uFill>
                  <a:noFill/>
                </a:uFill>
                <a:latin typeface="Arial"/>
                <a:ea typeface="Arial"/>
                <a:cs typeface="Arial"/>
                <a:sym typeface="Arial"/>
                <a:hlinkClick r:id="rId9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pt-BR" sz="14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10"/>
              </a:rPr>
              <a:t>https://www.cloudflare.com/pt-br/learning/access-management/phishing-attack/</a:t>
            </a:r>
            <a:r>
              <a:rPr lang="pt-BR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 Acesso em: 19 out. 2025.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pt-BR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 que é phishing e como se proteger. </a:t>
            </a:r>
            <a:r>
              <a:rPr b="1" lang="pt-BR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Grupo FoxBit</a:t>
            </a:r>
            <a:r>
              <a:rPr lang="pt-BR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 Disponível em: </a:t>
            </a:r>
            <a:r>
              <a:rPr lang="pt-BR" sz="14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11"/>
              </a:rPr>
              <a:t>https://www.youtube.com/watch?v=A7MUhFWTBc0</a:t>
            </a:r>
            <a:r>
              <a:rPr lang="pt-BR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 Acesso em: 2 nov. 2025.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2" name="Google Shape;472;p40"/>
          <p:cNvSpPr txBox="1"/>
          <p:nvPr>
            <p:ph idx="12" type="sldNum"/>
          </p:nvPr>
        </p:nvSpPr>
        <p:spPr>
          <a:xfrm>
            <a:off x="8595300" y="4803075"/>
            <a:ext cx="548700" cy="34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41"/>
          <p:cNvSpPr txBox="1"/>
          <p:nvPr>
            <p:ph idx="1" type="body"/>
          </p:nvPr>
        </p:nvSpPr>
        <p:spPr>
          <a:xfrm>
            <a:off x="1200150" y="270000"/>
            <a:ext cx="7673700" cy="109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pt-BR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Vídeo</a:t>
            </a:r>
            <a:r>
              <a:rPr lang="pt-BR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explicativo sobre a contenção de ransomware. </a:t>
            </a:r>
            <a:r>
              <a:rPr b="1" lang="pt-BR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Illumio</a:t>
            </a:r>
            <a:r>
              <a:rPr lang="pt-BR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 Disponível em </a:t>
            </a:r>
            <a:r>
              <a:rPr lang="pt-BR" sz="14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https://www.illumio.com/pt-br/resource-center/ransomware-containment-explainer-video/</a:t>
            </a:r>
            <a:r>
              <a:rPr lang="pt-BR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 Acesso em 2 nov. 2025.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8" name="Google Shape;478;p41"/>
          <p:cNvSpPr txBox="1"/>
          <p:nvPr>
            <p:ph idx="12" type="sldNum"/>
          </p:nvPr>
        </p:nvSpPr>
        <p:spPr>
          <a:xfrm>
            <a:off x="8595300" y="4803075"/>
            <a:ext cx="548700" cy="34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479" name="Google Shape;479;p41"/>
          <p:cNvSpPr txBox="1"/>
          <p:nvPr/>
        </p:nvSpPr>
        <p:spPr>
          <a:xfrm>
            <a:off x="270000" y="1415100"/>
            <a:ext cx="8604000" cy="338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rgbClr val="0F0F0F"/>
                </a:solidFill>
                <a:highlight>
                  <a:schemeClr val="lt1"/>
                </a:highlight>
              </a:rPr>
              <a:t>Hospitais se tornam ALVO de ataques CIBERNÉTICOS e pacientes ficam em RISCO. Jornalismo Tv Cultura. Disponível em </a:t>
            </a:r>
            <a:r>
              <a:rPr lang="pt-BR" u="sng">
                <a:solidFill>
                  <a:srgbClr val="0F0F0F"/>
                </a:solidFill>
                <a:highlight>
                  <a:schemeClr val="lt1"/>
                </a:highlight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https://www.youtube.com/watch?v=om1ovseihyI</a:t>
            </a:r>
            <a:r>
              <a:rPr lang="pt-BR">
                <a:solidFill>
                  <a:srgbClr val="0F0F0F"/>
                </a:solidFill>
                <a:highlight>
                  <a:schemeClr val="lt1"/>
                </a:highlight>
              </a:rPr>
              <a:t>. Acesso em 2 nov. 2025.</a:t>
            </a:r>
            <a:endParaRPr>
              <a:solidFill>
                <a:srgbClr val="0F0F0F"/>
              </a:solidFill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p42"/>
          <p:cNvSpPr txBox="1"/>
          <p:nvPr>
            <p:ph type="title"/>
          </p:nvPr>
        </p:nvSpPr>
        <p:spPr>
          <a:xfrm>
            <a:off x="647400" y="1635300"/>
            <a:ext cx="78570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latin typeface="Arial"/>
                <a:ea typeface="Arial"/>
                <a:cs typeface="Arial"/>
                <a:sym typeface="Arial"/>
              </a:rPr>
              <a:t>Obrigado Pela Atenção!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5" name="Google Shape;485;p42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900">
                <a:latin typeface="Nunito"/>
                <a:ea typeface="Nunito"/>
                <a:cs typeface="Nunito"/>
                <a:sym typeface="Nunito"/>
              </a:rPr>
              <a:t>‹#›</a:t>
            </a:fld>
            <a:endParaRPr sz="900"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Momentum">
  <a:themeElements>
    <a:clrScheme name="Momentum">
      <a:dk1>
        <a:srgbClr val="C0791B"/>
      </a:dk1>
      <a:lt1>
        <a:srgbClr val="FFFFFF"/>
      </a:lt1>
      <a:dk2>
        <a:srgbClr val="424242"/>
      </a:dk2>
      <a:lt2>
        <a:srgbClr val="8DD8D3"/>
      </a:lt2>
      <a:accent1>
        <a:srgbClr val="0B6374"/>
      </a:accent1>
      <a:accent2>
        <a:srgbClr val="FD5B58"/>
      </a:accent2>
      <a:accent3>
        <a:srgbClr val="599191"/>
      </a:accent3>
      <a:accent4>
        <a:srgbClr val="D7E6A3"/>
      </a:accent4>
      <a:accent5>
        <a:srgbClr val="27278B"/>
      </a:accent5>
      <a:accent6>
        <a:srgbClr val="D558AB"/>
      </a:accent6>
      <a:hlink>
        <a:srgbClr val="27278B"/>
      </a:hlink>
      <a:folHlink>
        <a:srgbClr val="2727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