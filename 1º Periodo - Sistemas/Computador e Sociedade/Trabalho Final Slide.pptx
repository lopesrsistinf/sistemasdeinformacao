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DM Sans"/>
      <p:regular r:id="rId19"/>
      <p:bold r:id="rId20"/>
      <p:italic r:id="rId21"/>
      <p:boldItalic r:id="rId22"/>
    </p:embeddedFont>
    <p:embeddedFont>
      <p:font typeface="Merriweather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22" Type="http://schemas.openxmlformats.org/officeDocument/2006/relationships/font" Target="fonts/DMSans-boldItalic.fntdata"/><Relationship Id="rId21" Type="http://schemas.openxmlformats.org/officeDocument/2006/relationships/font" Target="fonts/DMSans-italic.fntdata"/><Relationship Id="rId24" Type="http://schemas.openxmlformats.org/officeDocument/2006/relationships/font" Target="fonts/Merriweather-bold.fntdata"/><Relationship Id="rId23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boldItalic.fntdata"/><Relationship Id="rId25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DMSa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65b41bf0c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865b41bf0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65b41bf0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865b41bf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13.png"/><Relationship Id="rId6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71500" y="540825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UNIVERSIDADE ESTADUAL DE MONTES CLAROS - UNIMONTES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803375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CENTRO DE CIÊNCIAS EXATAS E TECNOLÓGICAS - ССЕТ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1065925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DEPARTAMENTO DE CIÊNCIAS DA COMPUTAÇÃO – DCC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00" y="2090200"/>
            <a:ext cx="11601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COMPORTAMENTO ÉTICO NA ERA DA INFORMAÇÃO E DO CONHECIMENTO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5530200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MONTES CLAROS - MG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5904200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NOVEMBRO / 2025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401477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CLARISSA MENDES SANTOS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4331987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MELISSA SANTOS MENDES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71500" y="4649212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RAMON LOPES DE QUEIROZ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1714500" y="2243137"/>
            <a:ext cx="914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sociedade encontra-se na era da informação e do conhecimento, marcada pela comunicação global e produção exacerbada de dados.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714500" y="3062287"/>
            <a:ext cx="914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Tecnologias como Inteligência Artificial e redes sociais redefiniram a forma como nos comunicamos e como os setores da sociedade funcionam.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714500" y="3881437"/>
            <a:ext cx="914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Esse crescimento trouxe desafios éticos e morais significativos que ditam nosso comportamento diante da evolução.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714500" y="4700587"/>
            <a:ext cx="914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Questões como privacidade, uso de dados, notícias falsas (fake news) e a substituição do homem pela máquina tornaram-se tópicos centrais.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22907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10991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9290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7482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Introdução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1504950" y="1989150"/>
            <a:ext cx="9182100" cy="3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"Este trabalho tem por objetivo a realização de análise de artigos e notícias, visando compreender como a tecnologia e a informação tem funcionado em nossa sociedade, estudando os efeitos das mesmas, além de tentar entender como a própria vem se comportando diante dessas evoluções."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028700" y="2489150"/>
            <a:ext cx="3810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C7D2FE"/>
                </a:solidFill>
                <a:latin typeface="Merriweather"/>
                <a:ea typeface="Merriweather"/>
                <a:cs typeface="Merriweather"/>
                <a:sym typeface="Merriweather"/>
              </a:rPr>
              <a:t>"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0782300" y="5273726"/>
            <a:ext cx="3810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C7D2FE"/>
                </a:solidFill>
                <a:latin typeface="Merriweather"/>
                <a:ea typeface="Merriweather"/>
                <a:cs typeface="Merriweather"/>
                <a:sym typeface="Merriweather"/>
              </a:rPr>
              <a:t>"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Objetivo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90775"/>
            <a:ext cx="3429000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390775"/>
            <a:ext cx="3429000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390775"/>
            <a:ext cx="3429000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1850945" y="3400425"/>
            <a:ext cx="87010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Análise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66775" y="4029075"/>
            <a:ext cx="283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Análise de artigos científicos e notícias relevantes sobre o tema.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670946" y="3400425"/>
            <a:ext cx="8501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Síntese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676775" y="4029075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Elaboração de resumos focados nos pontos mais importantes de cada fonte.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305925" y="3400425"/>
            <a:ext cx="12001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Conclusão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486775" y="4029075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Observação dos padrões para formular uma conclusão sobre o comportamento ético atual.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24550" y="270510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34550" y="2705100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Metodologia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00250" y="270510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/>
          <p:nvPr/>
        </p:nvSpPr>
        <p:spPr>
          <a:xfrm>
            <a:off x="5619750" y="2619375"/>
            <a:ext cx="952500" cy="476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3065621" y="2952750"/>
            <a:ext cx="6060757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Análise e Resultados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9764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571500" y="1976437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"Uma experiência do ensino da ética..."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571500" y="2509837"/>
            <a:ext cx="5286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 autor Antônio Dias de FIgueiredo foca na abordagem de como ensinar ética a profissionais de TI.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752475" y="3494825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822650" y="3269212"/>
            <a:ext cx="5048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Diferencia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Ética Normativa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(códigos, regras) da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Ética da Responsabilidade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(sabedoria, bem coletivo).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752400" y="4159787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822650" y="4003950"/>
            <a:ext cx="5048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Defende que a responsabilidade tem peso maior e que o ensino deve focar em debates e dilemas, não memorização.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752400" y="4894537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19859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Análise 1: O Ensino da Ética (2009)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22650" y="4738687"/>
            <a:ext cx="5048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Aplica debates com dilemas éticos complexos para ajudar o desenvolvimento do senso crítico.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/>
        </p:nvSpPr>
        <p:spPr>
          <a:xfrm>
            <a:off x="781225" y="797187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Utiliza pilares como Kant, Kohlberg e Floridi.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762625" y="2701012"/>
            <a:ext cx="5048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Resultado: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 ensino da ética deve focar menos em códigos e mais em desenvolver a responsabilidade do indivíduo.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705325" y="797187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705325" y="2856862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pic>
        <p:nvPicPr>
          <p:cNvPr id="160" name="Google Shape;16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0775" y="797177"/>
            <a:ext cx="5136376" cy="256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5900" y="3365373"/>
            <a:ext cx="1966974" cy="256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31141" y="3365377"/>
            <a:ext cx="1712134" cy="256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883700" y="1231387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Imperativo categórico</a:t>
            </a:r>
            <a:r>
              <a:rPr lang="en-US" sz="13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Kant.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883700" y="1665587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Modelo de Desenvolvimento Moral</a:t>
            </a:r>
            <a:r>
              <a:rPr lang="en-US" sz="13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Kohlberg.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83700" y="2099787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Ética da Informação </a:t>
            </a:r>
            <a:r>
              <a:rPr lang="en-US" sz="13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 Luciano Floridi.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826400" y="1245362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26400" y="1665587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826400" y="2118237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7907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571500" y="1790700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"Informática na sociedade e ética"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571500" y="232410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Busca aplicar conceitos éticos aos desafios da sociedade conectada.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752475" y="30861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809625" y="308610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Argumenta que o conhecimento passou a ser um dos principais bens econômicos.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752475" y="374332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809625" y="3743325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Aponta o principal desafio no Brasil: a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ausência de regulamentação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da profissão de TI (código da SBC tem punição leve).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752475" y="465772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809625" y="465772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Destaca a ascensão dos cibercrimes (plágio, pirataria) como rupturas morais.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752475" y="53149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809625" y="531495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Resultado: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ética é indispensável para nortear a educação, a prática profissional e a legislação.</a:t>
            </a:r>
            <a:endParaRPr/>
          </a:p>
        </p:txBody>
      </p:sp>
      <p:pic>
        <p:nvPicPr>
          <p:cNvPr descr="image.png" id="184" name="Google Shape;1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180022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Análise 2: Informática e Sociedade (2016)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8907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571500" y="1890712"/>
            <a:ext cx="555069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"Sociedade da aprendizagem: informação, reflexão e ética"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571500" y="2767012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Propõe o conceito de "sociedade da aprendizagem".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752475" y="3243262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809625" y="3243262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Argumento central: não basta ter abundância de informação; é necessária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reflexão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para que ela se transforme em conhecimento.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752475" y="4157662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809625" y="4157662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ética é o que sustenta esse pensamento reflexivo, avaliando *como* e *para quê* se utiliza o conhecimento.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752475" y="4814887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809625" y="4814887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Ênfase na autonomia, responsabilidade e capacidade crítica.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752475" y="5214937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809625" y="5214937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Resultado: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 conhecimento só tem valor real quando produzido de forma reflexiva e ética.</a:t>
            </a:r>
            <a:endParaRPr/>
          </a:p>
        </p:txBody>
      </p:sp>
      <p:pic>
        <p:nvPicPr>
          <p:cNvPr descr="Learning workers in company concept icon (Fornecido por Getty Images)" id="201" name="Google Shape;201;p21"/>
          <p:cNvPicPr preferRelativeResize="0"/>
          <p:nvPr/>
        </p:nvPicPr>
        <p:blipFill rotWithShape="1">
          <a:blip r:embed="rId4">
            <a:alphaModFix/>
          </a:blip>
          <a:srcRect b="14013" l="0" r="0" t="14013"/>
          <a:stretch/>
        </p:blipFill>
        <p:spPr>
          <a:xfrm>
            <a:off x="6353175" y="1938337"/>
            <a:ext cx="5267323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Análise 3: Sociedade da Aprendizagem (2004)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619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571500" y="1619250"/>
            <a:ext cx="555069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"Ética e Sociedade da Informação e Conhecimento"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571500" y="249555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Afirma que o problema da tecnologia não é técnico, mas moral.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752475" y="32575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809625" y="325755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Diferencia conhecimento tácito (experiência) de articulado (formal).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752475" y="39147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809625" y="391477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Internet amplia a liberdade de escolha e, portanto, aumenta a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responsabilidade moral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752475" y="45720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809625" y="457200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rede pode tanto facilitar crimes quanto fortalecer a liberdade, a transparência e a fiscalização ética.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752475" y="522922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809625" y="5229225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Resultado: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As tecnologias não são boas ou más; o que determina seus efeitos é o uso ético que as pessoas fazem delas.</a:t>
            </a:r>
            <a:endParaRPr/>
          </a:p>
        </p:txBody>
      </p:sp>
      <p:pic>
        <p:nvPicPr>
          <p:cNvPr descr="Morality concept icon (Fornecido por Getty Images)" id="218" name="Google Shape;218;p22"/>
          <p:cNvPicPr preferRelativeResize="0"/>
          <p:nvPr/>
        </p:nvPicPr>
        <p:blipFill rotWithShape="1">
          <a:blip r:embed="rId4">
            <a:alphaModFix/>
          </a:blip>
          <a:srcRect b="20678" l="0" r="0" t="11298"/>
          <a:stretch/>
        </p:blipFill>
        <p:spPr>
          <a:xfrm>
            <a:off x="6343650" y="1628525"/>
            <a:ext cx="5267323" cy="360095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Análise 4: O Desafio Moral (Moreira, 2006)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 txBox="1"/>
          <p:nvPr/>
        </p:nvSpPr>
        <p:spPr>
          <a:xfrm>
            <a:off x="1714500" y="2400300"/>
            <a:ext cx="914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Problemas éticos centrais do século: desinformação, viés algorítmico e compartilhamento indiscriminado de dados.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1714500" y="3219450"/>
            <a:ext cx="914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Leis e regulamentações são insuficientes sem uma base sólida de responsabilidade individual e corporativa.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1714500" y="4038600"/>
            <a:ext cx="914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 comportamento ético na era digital é um processo de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reflexão crítica constante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1714500" y="4543425"/>
            <a:ext cx="914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Demandas urgentes: melhor educação digital, empatia e um compromisso ativo com a verdade e a privacidade.</a:t>
            </a:r>
            <a:endParaRPr/>
          </a:p>
        </p:txBody>
      </p:sp>
      <p:pic>
        <p:nvPicPr>
          <p:cNvPr descr="image.png" id="228" name="Google Shape;2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24479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26707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40862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59105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Considerações Finais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Referências Bibliográficas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571500" y="1476375"/>
            <a:ext cx="110490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FIGUEIREDO, António Dias de. Uma experiência do ensino da ética a futuros profissionais de tecnologias da informação.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Signo y Pensamiento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2009. Disponível em: http://www.scielo.org.co/scielo.php?script=sci_arttext&amp;pid=S0120-48232009000200010. Acesso em: 1 nov. 2025.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571500" y="2045791"/>
            <a:ext cx="110490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LIMA, Jeimes Mazza Correia; MARTINS JÚNIOR, Francisco Ranulfo Freitas; NOBRE, Ricardo Holanda; DIAS, Natália Maria de Freitas.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Informática na Sociedade e Ética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Fortaleza. 2016. Disponível em: https://www.uece.br/cct/wp-content/uploads/sites/28/2021/07/Informatica-na-Sociedade-e-Etica.pdf. Acesso em: 1 nov. 2025.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571500" y="2828478"/>
            <a:ext cx="110490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GASQUE, Kelley Cristine Gonçalves Dias; TESCAROLO, Ricardo. Sociedade da aprendizagem: informação, reflexão e ética.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Ciência da Informação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v. 33, n. 3, p. 35-40, set./dez. 2004. DOI: 10.18225/ci.inf.v33i3.1031.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571500" y="3397894"/>
            <a:ext cx="110490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MOREIRA, José Manuel.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Ética e Sociedade da Informação e Conhecimento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Universidade de Aveiro, 2006. Disponível em: [PDF acadêmico]. Acesso em: 10 nov. 2025.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571500" y="3967294"/>
            <a:ext cx="11049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BORGES, Dayane. Immanuel Kant: Biografia, contribuições para a Filosofia, ideias e obras. Conhecimento Científico, 17 jan. 2020. Disponível em: https://conhecimentocientifico.r7.com/kant-quem-foi/. Acesso em: 16 nov. 2025.</a:t>
            </a:r>
            <a:endParaRPr sz="12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571500" y="4553274"/>
            <a:ext cx="110490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YALE DIGITAL ETHICS CENTER. Luciano Floridi. New Haven, [s.d.]. Disponível em: https://dec.yale.edu/people/luciano-floridi. Acesso em: 16 nov. 2025.</a:t>
            </a:r>
            <a:endParaRPr sz="12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/>
          <p:nvPr/>
        </p:nvSpPr>
        <p:spPr>
          <a:xfrm>
            <a:off x="295200" y="317505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Obrigado Pela Atenção!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