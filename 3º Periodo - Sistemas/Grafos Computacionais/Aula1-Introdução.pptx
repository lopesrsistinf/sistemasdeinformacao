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5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ítulo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16" name="Espaço Reservado para Data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27" name="Espaço Reservado para Conteúdo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5" name="Espaço Reservado para Data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6" name="Espaço Reservado para Número de Slide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9" name="Espaço Reservado para Data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6" name="Espaço Reservado para Número de Slid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31" name="Espaço Reservado para Número de Slid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ítulo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24" name="Espaço Reservado para Rodapé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5" name="Espaço Reservado para Data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29" name="Espaço Reservado para Rodapé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Imagem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31" name="Espaço Reservado para Número de Slid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17" name="Título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BEAF9-9E58-4CC8-A6FF-6DD8A58DEEA4}" type="datetimeFigureOut">
              <a:rPr lang="en-US" smtClean="0"/>
              <a:pPr eaLnBrk="1" latinLnBrk="0" hangingPunct="1"/>
              <a:t>3/5/2015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Data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l" eaLnBrk="1" latinLnBrk="0" hangingPunct="1"/>
            <a:fld id="{74CBEAF9-9E58-4CC8-A6FF-6DD8A58DEEA4}" type="datetimeFigureOut">
              <a:rPr lang="en-US" smtClean="0"/>
              <a:pPr algn="l" eaLnBrk="1" latinLnBrk="0" hangingPunct="1"/>
              <a:t>3/5/2015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eaLnBrk="1" latinLnBrk="0" hangingPunct="1"/>
            <a:fld id="{CA15C064-DD44-4CAC-873E-2D1F54821676}" type="slidenum">
              <a:rPr kumimoji="0" lang="en-US" smtClean="0"/>
              <a:pPr eaLnBrk="1" latinLnBrk="0" hangingPunct="1"/>
              <a:t>‹nº›</a:t>
            </a:fld>
            <a:endParaRPr kumimoji="0"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10" name="Espaço Reservado para Título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536" y="2060848"/>
            <a:ext cx="8458200" cy="122237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GRAFOS COMPUTACIONAIS</a:t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aula 01 – conceitos básicos e exemplos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endParaRPr lang="pt-BR" dirty="0" smtClean="0"/>
          </a:p>
          <a:p>
            <a:pPr algn="r"/>
            <a:r>
              <a:rPr lang="pt-BR" dirty="0" smtClean="0"/>
              <a:t>Professor: </a:t>
            </a:r>
            <a:r>
              <a:rPr lang="pt-BR" dirty="0" err="1" smtClean="0"/>
              <a:t>Allysson</a:t>
            </a:r>
            <a:r>
              <a:rPr lang="pt-BR" dirty="0" smtClean="0"/>
              <a:t> Costa e Silva</a:t>
            </a:r>
          </a:p>
          <a:p>
            <a:endParaRPr lang="pt-BR" dirty="0"/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395536" y="188640"/>
            <a:ext cx="8458200" cy="9144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None/>
              <a:defRPr kumimoji="0" sz="2400" kern="1200">
                <a:solidFill>
                  <a:schemeClr val="tx2">
                    <a:shade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None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None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 smtClean="0"/>
          </a:p>
          <a:p>
            <a:r>
              <a:rPr lang="pt-BR" dirty="0" smtClean="0"/>
              <a:t>Universidade Estadual de Montes Claros - </a:t>
            </a:r>
            <a:r>
              <a:rPr lang="pt-BR" dirty="0" err="1" smtClean="0"/>
              <a:t>Unimontes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249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6673"/>
            <a:ext cx="8784976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2942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8568952" cy="626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6590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697441" cy="618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78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228600"/>
            <a:ext cx="8658225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470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568952" cy="640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9397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340768"/>
            <a:ext cx="8686800" cy="532859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pt-BR" dirty="0" smtClean="0"/>
              <a:t>Informalmente </a:t>
            </a:r>
          </a:p>
          <a:p>
            <a:pPr lvl="1">
              <a:buFont typeface="Wingdings" pitchFamily="2" charset="2"/>
              <a:buChar char="q"/>
            </a:pPr>
            <a:r>
              <a:rPr lang="pt-BR" dirty="0" smtClean="0"/>
              <a:t>Um conjunto de objetos e ligações(relações) entre eles, onde os objetos são chamados de vértices(nós) e as ligações, de arestas(enlace, arcos).</a:t>
            </a:r>
          </a:p>
          <a:p>
            <a:pPr>
              <a:buFont typeface="Wingdings" pitchFamily="2" charset="2"/>
              <a:buChar char="q"/>
            </a:pPr>
            <a:r>
              <a:rPr lang="pt-BR" dirty="0" smtClean="0"/>
              <a:t>Matematicamente</a:t>
            </a:r>
          </a:p>
          <a:p>
            <a:pPr lvl="1">
              <a:buFont typeface="Wingdings" pitchFamily="2" charset="2"/>
              <a:buChar char="q"/>
            </a:pPr>
            <a:r>
              <a:rPr lang="pt-BR" dirty="0" smtClean="0"/>
              <a:t>Um grafo pode ser definido como a relação, </a:t>
            </a:r>
            <a:r>
              <a:rPr lang="pt-BR" b="1" dirty="0" smtClean="0"/>
              <a:t>G</a:t>
            </a:r>
            <a:r>
              <a:rPr lang="pt-BR" dirty="0" smtClean="0"/>
              <a:t>, entre dois conjuntos (G(V,A):</a:t>
            </a:r>
          </a:p>
          <a:p>
            <a:pPr lvl="2">
              <a:buFont typeface="Wingdings" pitchFamily="2" charset="2"/>
              <a:buChar char="q"/>
            </a:pPr>
            <a:r>
              <a:rPr lang="pt-BR" b="1" dirty="0" smtClean="0"/>
              <a:t>V</a:t>
            </a:r>
            <a:r>
              <a:rPr lang="pt-BR" dirty="0" smtClean="0"/>
              <a:t> – é o conjunto dos vértices</a:t>
            </a:r>
          </a:p>
          <a:p>
            <a:pPr lvl="2">
              <a:buFont typeface="Wingdings" pitchFamily="2" charset="2"/>
              <a:buChar char="q"/>
            </a:pPr>
            <a:r>
              <a:rPr lang="pt-BR" b="1" dirty="0" smtClean="0"/>
              <a:t>A</a:t>
            </a:r>
            <a:r>
              <a:rPr lang="pt-BR" dirty="0" smtClean="0"/>
              <a:t> – é o conjunto das arestas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063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651726" cy="640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1146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8673430" cy="6570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07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84976" cy="6493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80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Caminho e ciclo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1181118"/>
            <a:ext cx="8424936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1262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 smtClean="0"/>
              <a:t>DÚVIDAS?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649567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36</TotalTime>
  <Words>81</Words>
  <Application>Microsoft Office PowerPoint</Application>
  <PresentationFormat>Apresentação na tela (4:3)</PresentationFormat>
  <Paragraphs>14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Trek</vt:lpstr>
      <vt:lpstr>GRAFOS COMPUTACIONAIS  aula 01 – conceitos básicos e exemplos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Definição</vt:lpstr>
      <vt:lpstr>Apresentação do PowerPoint</vt:lpstr>
      <vt:lpstr>Apresentação do PowerPoint</vt:lpstr>
      <vt:lpstr>Apresentação do PowerPoint</vt:lpstr>
      <vt:lpstr>Caminho e ciclo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GRAFOS COMPUTACIONAIS</dc:title>
  <dc:creator>usuario</dc:creator>
  <cp:lastModifiedBy>usuario</cp:lastModifiedBy>
  <cp:revision>18</cp:revision>
  <dcterms:created xsi:type="dcterms:W3CDTF">2015-02-26T14:02:20Z</dcterms:created>
  <dcterms:modified xsi:type="dcterms:W3CDTF">2015-03-05T15:39:11Z</dcterms:modified>
</cp:coreProperties>
</file>