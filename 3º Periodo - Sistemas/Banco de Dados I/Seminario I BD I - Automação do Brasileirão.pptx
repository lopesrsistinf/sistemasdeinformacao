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Poppins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Inter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PoppinsMedium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Medium-boldItalic.fntdata"/><Relationship Id="rId30" Type="http://schemas.openxmlformats.org/officeDocument/2006/relationships/font" Target="fonts/Poppins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9d8df1083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f9d8df1083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9d8df108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9d8df1083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9d8df1083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9d8df1083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9d8df1083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9d8df1083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6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05401" y="2004268"/>
            <a:ext cx="9581197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Automação de </a:t>
            </a:r>
            <a:r>
              <a:rPr b="1" i="0" lang="en-US" sz="4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Classificação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305401" y="2817614"/>
            <a:ext cx="9581197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do Campeonato Brasileiro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558629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Trabalho da disciplina Banco de Dados 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Curso de Sistemas de Informação - 3º Período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533525" y="4609951"/>
            <a:ext cx="9124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Autores: Eric Silva Gusmão, João Pedro Arantes, Ramon Lopes de Queiroz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524500" y="2586930"/>
            <a:ext cx="1143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050744" y="2910780"/>
            <a:ext cx="409051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281362" y="4129980"/>
            <a:ext cx="56292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Bancos de Dados Relacionais e o Brasileirão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95500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857250" y="2095500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Um modelo estruturado em tabelas interligadas por chaves primárias e estrangeiras.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57250" y="2834580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Utiliza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consultas SQL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para combinar dados, permitindo a extração de insights valiosos.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3573660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Garante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consistência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 integridade, reforçando a segurança das informações do início ao fim.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4312741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Campeonato Brasileiro exige essa segurança devido ao alto volume de dados gerados a cada rodada.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05025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2114550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⚽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2853630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⚽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3592710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⚽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4331791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⚽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Bancos de Dados Relacionais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714375" y="571500"/>
            <a:ext cx="54006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Sistema Proposto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2525166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Sistema de Automatização de Jogos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3068091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objetivo é gerenciar clubes, estádios, partidas e a tabela de classificação em tempo real.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3807172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Benefícios: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Eliminação de cálculos manuais (evitando erros) e histórico consistente das rodadas.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4546252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Futuro: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Expansão para artilharia e cartões sem a necessidade de reestruturar a base já existente.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3694"/>
            <a:ext cx="3492549" cy="298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13694"/>
            <a:ext cx="3492549" cy="298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13694"/>
            <a:ext cx="3492549" cy="298311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1132552" y="3461444"/>
            <a:ext cx="237029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Gestão de Times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66775" y="4004369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Inclusão, consulta, alteração e remoção de clubes. Registro do nome oficial, sigla e estado de origem.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735830" y="3461444"/>
            <a:ext cx="27203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Gestão de Estádios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645074" y="4004369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Registro das praças esportivas, armazenando nome do estádio, cidade e capacidade máxima de público.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454122" y="3461444"/>
            <a:ext cx="28403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Registro de Partidas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423374" y="4004369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Cadastramento dos confrontos por rodada, definindo time mandante, time visitante e o estádio sede.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75659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0" y="2756594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4274" y="2756594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Funcionalidades do Sistema (1/2)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0765"/>
            <a:ext cx="3492549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50765"/>
            <a:ext cx="3492549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50765"/>
            <a:ext cx="3492549" cy="27088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1712624" y="3598515"/>
            <a:ext cx="121015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Placares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66775" y="4141440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Inserção e alteração dos gols marcados pelos times ao término de cada jogo.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125878" y="3598515"/>
            <a:ext cx="194024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Classificação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4645074" y="4141440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Apuração contínua de pontos, vitórias, empates, derrotas e saldo de gols de cada equipe.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9159210" y="3598515"/>
            <a:ext cx="143017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Consultas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423374" y="4141440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Visualização e filtragem do histórico de partidas por rodada e dados detalhados por clube.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89366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89366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89366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Funcionalidades do Sistema (2/2)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Dicionário de Dados (Entidade: Time)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08362"/>
            <a:ext cx="11887201" cy="3641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Dicionário de Dados (Entidade: </a:t>
            </a:r>
            <a:r>
              <a:rPr lang="en-US" sz="300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Estádio</a:t>
            </a:r>
            <a:r>
              <a:rPr b="0" i="0" lang="en-US" sz="30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)</a:t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17200"/>
            <a:ext cx="11887201" cy="3623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Dicionário de Dados (Entidade: </a:t>
            </a:r>
            <a:r>
              <a:rPr lang="en-US" sz="300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Classificação</a:t>
            </a:r>
            <a:r>
              <a:rPr b="0" i="0" lang="en-US" sz="30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)</a:t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1563"/>
            <a:ext cx="11887200" cy="4515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Dicionário de Dados (Entidade: </a:t>
            </a:r>
            <a:r>
              <a:rPr lang="en-US" sz="300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Jogo</a:t>
            </a:r>
            <a:r>
              <a:rPr b="0" i="0" lang="en-US" sz="30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)</a:t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50900"/>
            <a:ext cx="11887201" cy="3756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95500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857250" y="2095500"/>
            <a:ext cx="3926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modelo possui 4 entidades associadas por 4 relacionamentos lógicos.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857250" y="2834575"/>
            <a:ext cx="3926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Possui (1:1):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Cada time tem um registro único na classificação, garantido por restrição UNIQUE.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857250" y="3573650"/>
            <a:ext cx="3926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Sedia (1:N):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Um estádio abriga vários jogos, mas cada jogo ocorre em um só estádio.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857250" y="4312750"/>
            <a:ext cx="39264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Jogo_Mandante e Visitante: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Duplicidade de relacionamento 1:N entre Time e Jogo para diferenciar os papéis.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571500" y="2114550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⚽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571500" y="2853630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⚽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571500" y="3592710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⚽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571500" y="4331791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⚽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Diagrama Entidade-Relacionamento</a:t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4075" y="1701238"/>
            <a:ext cx="6745073" cy="44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4"/>
          <p:cNvSpPr txBox="1"/>
          <p:nvPr/>
        </p:nvSpPr>
        <p:spPr>
          <a:xfrm>
            <a:off x="1762163" y="1917988"/>
            <a:ext cx="909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principal desafio enfrentado pelo grupo esteve na fase de delimitação do escopo e definição do modelo de dados, ou seja, decidir quais campos e informações do Campeonato Brasileiro deveriam ser mantidos como essenciais e quais poderiam ser tratados como opcionais ou levados para futuras expansões. </a:t>
            </a:r>
            <a:endParaRPr sz="13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1762175" y="3428988"/>
            <a:ext cx="909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modelagem dos relacionamentos exigiu atenção especial, principalmente na definição das cardinalidades entre a tabela de partidas e a tabela de times, o que levou à criação de dois relacionamentos distintos (mandante e visitante) para representar adequadamente a dinâmica real dos jogos. </a:t>
            </a:r>
            <a:endParaRPr sz="13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1762163" y="4940000"/>
            <a:ext cx="909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atividade contribuiu significativamente para o aprendizado do grupo no uso de ferramentas de diagramação, na construção do dicionário de dados e na compreensão do papel desempenhado pelas chaves primárias e estrangeiras na garantia da integridade do banco de dados. </a:t>
            </a:r>
            <a:endParaRPr sz="13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Considerações Finais:</a:t>
            </a: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1208775" y="1918000"/>
            <a:ext cx="219000" cy="200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1208775" y="3429000"/>
            <a:ext cx="219000" cy="200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1208775" y="4940000"/>
            <a:ext cx="219000" cy="200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 txBox="1"/>
          <p:nvPr/>
        </p:nvSpPr>
        <p:spPr>
          <a:xfrm>
            <a:off x="1762163" y="1917988"/>
            <a:ext cx="9096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ELMASRI, Ramez; NAVATHE, Shamkant B. Sistemas de banco de dados. 6. ed. São Paulo: Pearson Addison Wesley, 2011.</a:t>
            </a:r>
            <a:endParaRPr sz="13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1762175" y="2734338"/>
            <a:ext cx="909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GORAY, Sunila. Top 11 Advantages and Disadvantages of RDBMS You Should Know. Webandcrafts, 26 jun. 2025. Disponível em: https://webandcrafts.com/blog/advantages-disadvantages-rdbms. Acesso em: 30 ago. 2026. </a:t>
            </a:r>
            <a:endParaRPr sz="13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25"/>
          <p:cNvSpPr txBox="1"/>
          <p:nvPr/>
        </p:nvSpPr>
        <p:spPr>
          <a:xfrm>
            <a:off x="1762163" y="3862400"/>
            <a:ext cx="9096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IBM. O que é um banco de dados relacional? IBM Think, [202-?]. Disponível em: https://www.ibm.com/br-pt/think/topics/relational-databases. Acesso em: 30 ago. 2026. </a:t>
            </a:r>
            <a:endParaRPr sz="13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Referências Bibliográficas:</a:t>
            </a:r>
            <a:endParaRPr/>
          </a:p>
        </p:txBody>
      </p:sp>
      <p:sp>
        <p:nvSpPr>
          <p:cNvPr id="231" name="Google Shape;231;p25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6"/>
          <p:cNvSpPr txBox="1"/>
          <p:nvPr/>
        </p:nvSpPr>
        <p:spPr>
          <a:xfrm>
            <a:off x="295200" y="2390105"/>
            <a:ext cx="116016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Obrigado!</a:t>
            </a:r>
            <a:endParaRPr/>
          </a:p>
        </p:txBody>
      </p:sp>
      <p:sp>
        <p:nvSpPr>
          <p:cNvPr id="238" name="Google Shape;238;p26"/>
          <p:cNvSpPr txBox="1"/>
          <p:nvPr/>
        </p:nvSpPr>
        <p:spPr>
          <a:xfrm>
            <a:off x="571500" y="3700355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Aberto para dúvidas e sugestões.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